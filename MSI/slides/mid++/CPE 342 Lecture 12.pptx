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71" r:id="rId2"/>
    <p:sldId id="455" r:id="rId3"/>
    <p:sldId id="460" r:id="rId4"/>
    <p:sldId id="449" r:id="rId5"/>
    <p:sldId id="456" r:id="rId6"/>
    <p:sldId id="457" r:id="rId7"/>
    <p:sldId id="458" r:id="rId8"/>
    <p:sldId id="459" r:id="rId9"/>
    <p:sldId id="4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208B1-7C0F-4323-B5A1-ED966378F1A8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5BB01-C31C-499C-8B08-94F18E076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4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0DA072-B388-4DB3-8DD6-71C62DF7C707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Date Placeholder 1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4C29FC-EA70-4525-AFAB-0FEF2688008C}" type="datetime2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Friday, May 19, 2023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4EE06-E6DC-42E5-8DC0-729E146A98DD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C8281-B950-41B6-8614-1858D4C134F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079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FBEB3-B3C3-43A2-A6C3-29DCBFFEAB43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7659D-25DE-4303-8EC9-DEE39B9369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226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19C95-189C-44E6-B5F3-CF6CCE8B4929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59FC8-D509-4934-8C4A-5412CD8D71F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379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1812B-2714-48FE-9657-8708966D54B1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3DDA8-1B87-423F-AA3B-C6155654888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852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32574-7E39-42C4-8F99-A6ED02598E20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BFE9D-AC3C-4D08-9815-05EFAB45E1A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3885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8D32E-FA31-4F80-ADA4-AF7CC7647FB2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C2509-EFA9-4DC4-A082-EB872053A98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479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07C3-4C53-49FC-AB9E-0304C215432F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62406-E445-4AC8-8F16-C48AAA7F4B9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730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00B84-6991-49A6-BF3A-0859464F9285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5D72F-8089-4C3C-AAA9-6445CDEF923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767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94924-ADC8-44CF-84B6-ACEAE13D55B8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31A61-928C-4050-B98D-D628B89D75E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70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DCEBE-B9D6-48D9-A807-9F7FFDE3F296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D5F1C-6F76-4B68-B11F-2BD62576B61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952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B2C52-0D06-4C77-B8FC-0490ACBCFC74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EC75-3132-4886-B059-FB8F3F4A7D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718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fld id="{4E158536-FF7A-486F-8116-8A55A05AADDD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E3185260-908C-490C-923E-52BE830C3B7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5747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1" y="1524000"/>
            <a:ext cx="7623175" cy="2120900"/>
          </a:xfrm>
        </p:spPr>
        <p:txBody>
          <a:bodyPr/>
          <a:lstStyle/>
          <a:p>
            <a:pPr algn="ctr" eaLnBrk="1" hangingPunct="1"/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3600" b="1" dirty="0">
                <a:solidFill>
                  <a:srgbClr val="060AAA"/>
                </a:solidFill>
              </a:rPr>
              <a:t>Microprocessor Systems and Interfacing</a:t>
            </a:r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2800" b="1" dirty="0">
                <a:solidFill>
                  <a:srgbClr val="060AAA"/>
                </a:solidFill>
              </a:rPr>
              <a:t>CPE 342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951288"/>
            <a:ext cx="9144000" cy="198755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Lecture 1-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39C541-ED17-49D9-B157-F57A6101F339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PPI Applications</a:t>
            </a:r>
            <a:endParaRPr lang="fr-FR" alt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268761"/>
            <a:ext cx="8229600" cy="431470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60AAA"/>
                </a:solidFill>
              </a:rPr>
              <a:t>Outline</a:t>
            </a:r>
            <a:endParaRPr lang="en-US" altLang="en-US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 dirty="0"/>
              <a:t>Mode 0 Operation :Keyboard Interfacing with PPI</a:t>
            </a:r>
          </a:p>
          <a:p>
            <a:pPr marL="742950" lvl="1" indent="-285750" eaLnBrk="1" hangingPunct="1">
              <a:lnSpc>
                <a:spcPct val="90000"/>
              </a:lnSpc>
              <a:buNone/>
            </a:pPr>
            <a:r>
              <a:rPr lang="fr-FR" altLang="en-US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5DBDE9-1F4E-4430-B5C9-42C3323F66F9}" type="datetime2">
              <a:rPr lang="en-US" altLang="en-US"/>
              <a:pPr>
                <a:defRPr/>
              </a:pPr>
              <a:t>Friday, May 19, 2023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A1593F-4EA2-47A5-860A-263164AA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Matrix Interface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E228DE-ECEE-4161-9777-5F261EAB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small key matrix that contains sixteen switches interfaced to port A and port B.</a:t>
            </a:r>
          </a:p>
          <a:p>
            <a:r>
              <a:rPr lang="en-US" dirty="0"/>
              <a:t>Switches are formed in 4 x 4 matrix</a:t>
            </a:r>
          </a:p>
          <a:p>
            <a:r>
              <a:rPr lang="en-US" dirty="0"/>
              <a:t>Keys are organized as four rows (ROW</a:t>
            </a:r>
            <a:r>
              <a:rPr lang="en-US" baseline="-25000" dirty="0"/>
              <a:t>0</a:t>
            </a:r>
            <a:r>
              <a:rPr lang="en-US" dirty="0"/>
              <a:t>-ROW</a:t>
            </a:r>
            <a:r>
              <a:rPr lang="en-US" baseline="-25000" dirty="0"/>
              <a:t>3</a:t>
            </a:r>
            <a:r>
              <a:rPr lang="en-US" dirty="0"/>
              <a:t>) and four columns (COL</a:t>
            </a:r>
            <a:r>
              <a:rPr lang="en-US" baseline="-25000" dirty="0"/>
              <a:t>0</a:t>
            </a:r>
            <a:r>
              <a:rPr lang="en-US" dirty="0"/>
              <a:t>-COL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r>
              <a:rPr lang="en-US" dirty="0"/>
              <a:t>Each row is connected to 5v through a 10 </a:t>
            </a:r>
            <a:r>
              <a:rPr lang="en-US" dirty="0" err="1"/>
              <a:t>Kohms</a:t>
            </a:r>
            <a:r>
              <a:rPr lang="en-US" dirty="0"/>
              <a:t> resistor</a:t>
            </a:r>
          </a:p>
          <a:p>
            <a:r>
              <a:rPr lang="en-US" dirty="0"/>
              <a:t>82C55 is decoded at 50H-53H</a:t>
            </a:r>
          </a:p>
          <a:p>
            <a:r>
              <a:rPr lang="en-US" dirty="0" err="1"/>
              <a:t>PortA</a:t>
            </a:r>
            <a:r>
              <a:rPr lang="en-US" dirty="0"/>
              <a:t> is programmed as Input Port</a:t>
            </a:r>
          </a:p>
          <a:p>
            <a:r>
              <a:rPr lang="en-US" dirty="0" err="1"/>
              <a:t>PortB</a:t>
            </a:r>
            <a:r>
              <a:rPr lang="en-US" dirty="0"/>
              <a:t> is programmed as Output Port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EA761A-1334-469D-B206-FED17430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8607C3-4C53-49FC-AB9E-0304C215432F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DEA0DD-4013-478C-B5D1-62F035A3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F62406-E445-4AC8-8F16-C48AAA7F4B9A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911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>
            <a:extLst>
              <a:ext uri="{FF2B5EF4-FFF2-40B4-BE49-F238E27FC236}">
                <a16:creationId xmlns:a16="http://schemas.microsoft.com/office/drawing/2014/main" id="{767F5F16-D1F5-4F95-AA3A-3FD33F927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/>
              <a:t>Keyboard Interface Example</a:t>
            </a:r>
          </a:p>
        </p:txBody>
      </p:sp>
      <p:pic>
        <p:nvPicPr>
          <p:cNvPr id="370691" name="Picture 3" descr="keyboard interface">
            <a:extLst>
              <a:ext uri="{FF2B5EF4-FFF2-40B4-BE49-F238E27FC236}">
                <a16:creationId xmlns:a16="http://schemas.microsoft.com/office/drawing/2014/main" id="{41262AD0-0832-4034-B9F3-1F60BEE67B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12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1758" y="1058779"/>
            <a:ext cx="9850042" cy="5651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B5D7-5A13-45F8-9D1E-282AA200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1A2FBE-46F7-410D-B154-AE34D8DEF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3748" y="217488"/>
            <a:ext cx="6299200" cy="642302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3C88A-BCAF-4B9F-8BFE-D05B6EE9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CB00C-F296-4214-99E7-4D2228DF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971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4419-FEA1-41A0-96C5-528C51EB5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672681"/>
          </a:xfrm>
        </p:spPr>
        <p:txBody>
          <a:bodyPr/>
          <a:lstStyle/>
          <a:p>
            <a:r>
              <a:rPr lang="en-US" dirty="0"/>
              <a:t>Assembly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56E46-585C-4BFC-8BA2-5088E91B3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50495"/>
            <a:ext cx="10972800" cy="51804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800" b="0" i="0" u="none" strike="noStrike" baseline="0" dirty="0">
                <a:latin typeface="Courier"/>
              </a:rPr>
              <a:t>;assembly language version;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Courier"/>
              </a:rPr>
              <a:t>;KEY scans the keyboard and returns the key code in AL.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COLS EQU 4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ROWS EQU 4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PORTA EQU 50H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PORTB EQU 51H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Courier"/>
              </a:rPr>
              <a:t>KEY PROC NEAR USES CX BX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MOV BL,FFH ;compute row mask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SHL BL,ROWS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MOV AL,0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OUT PORTB,AL ;place zeros on Port B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Courier"/>
              </a:rPr>
              <a:t>.REPEAT ;wait for release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.REPEAT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  CALL SCAN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.UNTIL ZERO?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CALL DELAY10</a:t>
            </a:r>
          </a:p>
          <a:p>
            <a:pPr marL="327025" lvl="1" indent="0">
              <a:buNone/>
            </a:pPr>
            <a:r>
              <a:rPr lang="en-US" sz="1400" b="0" i="0" u="none" strike="noStrike" baseline="0" dirty="0">
                <a:latin typeface="Courier"/>
              </a:rPr>
              <a:t>CALL SCAN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Courier"/>
              </a:rPr>
              <a:t>.UNTIL ZERO?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7701E-1410-402A-93A0-E8DA58C2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96A8E-CB02-475A-95DA-ACA1FE5E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7320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F3DF-B520-42BB-862F-080786E7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7815"/>
            <a:ext cx="10972800" cy="7448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C5D92-8755-4CE0-95B1-202D8D278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22685"/>
            <a:ext cx="10972800" cy="5108242"/>
          </a:xfrm>
        </p:spPr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.REPEAT ;wait for key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.REPEAT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   CALL SCAN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.UNTIL !ZERO?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CALL DELAY10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CALL SCAN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.UNTIL !ZERO?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MOV CX,00FEH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.WHILE 1 ;find column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MOV AL,CL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OUT PORTB,AL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CALL SHORTDELAY ;see text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CALL SCAN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.BREAK !ZERO?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ADD CH,COLS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ROL CL,1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.ENDW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.WHILE 1 ;find row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SHR AL,1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.BREAK .IF !CARRY?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INC CH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.ENDW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7E721-28B5-4A04-8015-FBC4A787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77408-C314-4875-A245-94F511DB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108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825BB-4C0B-4137-9BE0-3D4BC7C7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3D8ED-1C5A-4BD5-95C7-9E87ECCE7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MOV AL,CH ;get key code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RET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KEY ENDP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SCAN PROC NEAR</a:t>
            </a:r>
          </a:p>
          <a:p>
            <a:pPr marL="0" indent="0" algn="l">
              <a:buNone/>
            </a:pPr>
            <a:r>
              <a:rPr lang="it-IT" sz="3200" b="0" i="0" u="none" strike="noStrike" baseline="0" dirty="0">
                <a:latin typeface="Courier"/>
              </a:rPr>
              <a:t>	IN AL,PORTA ;read rows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OR AL,BL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CMP AL,0FFH ;test for no keys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	RET</a:t>
            </a:r>
          </a:p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SCAN ENDP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DFFAF-AA06-46B2-8A09-D0EBE537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DA50E9-36E7-4A58-8A67-B15B368D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207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2091-EC77-4366-9386-FAF1D011B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B3FF3-6BEA-4C26-8C24-D38E6908D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Verify the working of the code by assuming Key 6 is pressed.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83DC1-FF51-4A1B-B9C8-8A6EAE1A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Friday, May 19, 2023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73BED-5D27-4489-84F3-AE7401BE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02142604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360</Words>
  <Application>Microsoft Office PowerPoint</Application>
  <PresentationFormat>Widescreen</PresentationFormat>
  <Paragraphs>84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</vt:lpstr>
      <vt:lpstr>Garamond</vt:lpstr>
      <vt:lpstr>Wingdings</vt:lpstr>
      <vt:lpstr>Edge</vt:lpstr>
      <vt:lpstr> Microprocessor Systems and Interfacing CPE 342</vt:lpstr>
      <vt:lpstr>PPI Applications</vt:lpstr>
      <vt:lpstr>Key Matrix Interface</vt:lpstr>
      <vt:lpstr>Keyboard Interface Example</vt:lpstr>
      <vt:lpstr>Flow Chart</vt:lpstr>
      <vt:lpstr>Assembly Code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Systems and Interfacing CPE 342</dc:title>
  <dc:creator>Dr. Abbas Javed</dc:creator>
  <cp:lastModifiedBy>Dr. Abbas Javed</cp:lastModifiedBy>
  <cp:revision>43</cp:revision>
  <dcterms:created xsi:type="dcterms:W3CDTF">2020-06-28T09:03:31Z</dcterms:created>
  <dcterms:modified xsi:type="dcterms:W3CDTF">2023-05-19T08:36:56Z</dcterms:modified>
</cp:coreProperties>
</file>