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371" r:id="rId2"/>
    <p:sldId id="455" r:id="rId3"/>
    <p:sldId id="372" r:id="rId4"/>
    <p:sldId id="373" r:id="rId5"/>
    <p:sldId id="374" r:id="rId6"/>
    <p:sldId id="375" r:id="rId7"/>
    <p:sldId id="376" r:id="rId8"/>
    <p:sldId id="377" r:id="rId9"/>
    <p:sldId id="37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D208B1-7C0F-4323-B5A1-ED966378F1A8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E5BB01-C31C-499C-8B08-94F18E076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247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0DA072-B388-4DB3-8DD6-71C62DF7C707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49" name="Date Placeholder 1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060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060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060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060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44C29FC-EA70-4525-AFAB-0FEF2688008C}" type="datetime2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Saturday, July 4, 2020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812800" y="1219200"/>
            <a:ext cx="105664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222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1" y="1524000"/>
            <a:ext cx="10164233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3962400"/>
            <a:ext cx="87376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D4EE06-E6DC-42E5-8DC0-729E146A98DD}" type="datetime2">
              <a:rPr lang="en-US" altLang="en-US" smtClean="0"/>
              <a:t>Saturday, July 4, 2020</a:t>
            </a:fld>
            <a:endParaRPr lang="en-US" alt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AC8281-B950-41B6-8614-1858D4C134F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6079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FBEB3-B3C3-43A2-A6C3-29DCBFFEAB43}" type="datetime2">
              <a:rPr lang="en-US" altLang="en-US" smtClean="0"/>
              <a:t>Saturday, July 4, 2020</a:t>
            </a:fld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57659D-25DE-4303-8EC9-DEE39B93694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42262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E19C95-189C-44E6-B5F3-CF6CCE8B4929}" type="datetime2">
              <a:rPr lang="en-US" altLang="en-US" smtClean="0"/>
              <a:t>Saturday, July 4, 2020</a:t>
            </a:fld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659FC8-D509-4934-8C4A-5412CD8D71F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2379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11812B-2714-48FE-9657-8708966D54B1}" type="datetime2">
              <a:rPr lang="en-US" altLang="en-US" smtClean="0"/>
              <a:t>Saturday, July 4, 2020</a:t>
            </a:fld>
            <a:endParaRPr lang="en-US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73DDA8-1B87-423F-AA3B-C6155654888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58528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132574-7E39-42C4-8F99-A6ED02598E20}" type="datetime2">
              <a:rPr lang="en-US" altLang="en-US" smtClean="0"/>
              <a:t>Saturday, July 4, 2020</a:t>
            </a:fld>
            <a:endParaRPr lang="en-US" alt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0BFE9D-AC3C-4D08-9815-05EFAB45E1A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73885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E8D32E-FA31-4F80-ADA4-AF7CC7647FB2}" type="datetime2">
              <a:rPr lang="en-US" altLang="en-US" smtClean="0"/>
              <a:t>Saturday, July 4, 2020</a:t>
            </a:fld>
            <a:endParaRPr lang="en-US" alt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4C2509-EFA9-4DC4-A082-EB872053A98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04796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8607C3-4C53-49FC-AB9E-0304C215432F}" type="datetime2">
              <a:rPr lang="en-US" altLang="en-US" smtClean="0"/>
              <a:t>Saturday, July 4, 2020</a:t>
            </a:fld>
            <a:endParaRPr lang="en-US" alt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F62406-E445-4AC8-8F16-C48AAA7F4B9A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37309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000B84-6991-49A6-BF3A-0859464F9285}" type="datetime2">
              <a:rPr lang="en-US" altLang="en-US" smtClean="0"/>
              <a:t>Saturday, July 4, 2020</a:t>
            </a:fld>
            <a:endParaRPr lang="en-US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C5D72F-8089-4C3C-AAA9-6445CDEF923A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87679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994924-ADC8-44CF-84B6-ACEAE13D55B8}" type="datetime2">
              <a:rPr lang="en-US" altLang="en-US" smtClean="0"/>
              <a:t>Saturday, July 4, 2020</a:t>
            </a:fld>
            <a:endParaRPr lang="en-US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031A61-928C-4050-B98D-D628B89D75EE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2703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7DCEBE-B9D6-48D9-A807-9F7FFDE3F296}" type="datetime2">
              <a:rPr lang="en-US" altLang="en-US" smtClean="0"/>
              <a:t>Saturday, July 4, 2020</a:t>
            </a:fld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9D5F1C-6F76-4B68-B11F-2BD62576B61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49523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6B2C52-0D06-4C77-B8FC-0490ACBCFC74}" type="datetime2">
              <a:rPr lang="en-US" altLang="en-US" smtClean="0"/>
              <a:t>Saturday, July 4, 2020</a:t>
            </a:fld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E7EC75-3132-4886-B059-FB8F3F4A7D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17183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2118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+mj-lt"/>
                <a:cs typeface="Arial" charset="0"/>
              </a:defRPr>
            </a:lvl1pPr>
          </a:lstStyle>
          <a:p>
            <a:pPr>
              <a:defRPr/>
            </a:pPr>
            <a:fld id="{4E158536-FF7A-486F-8116-8A55A05AADDD}" type="datetime2">
              <a:rPr lang="en-US" altLang="en-US" smtClean="0"/>
              <a:t>Saturday, July 4, 2020</a:t>
            </a:fld>
            <a:endParaRPr lang="en-US" altLang="en-US" dirty="0"/>
          </a:p>
        </p:txBody>
      </p:sp>
      <p:sp>
        <p:nvSpPr>
          <p:cNvPr id="22118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+mj-lt"/>
                <a:cs typeface="Arial" charset="0"/>
              </a:defRPr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22119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3638"/>
            <a:ext cx="2844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fld id="{E3185260-908C-490C-923E-52BE830C3B7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609600" y="617220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257477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38401" y="1524000"/>
            <a:ext cx="7623175" cy="2120900"/>
          </a:xfrm>
        </p:spPr>
        <p:txBody>
          <a:bodyPr/>
          <a:lstStyle/>
          <a:p>
            <a:pPr algn="ctr" eaLnBrk="1" hangingPunct="1"/>
            <a:br>
              <a:rPr lang="en-US" altLang="en-US" sz="3600" b="1" dirty="0">
                <a:solidFill>
                  <a:srgbClr val="060AAA"/>
                </a:solidFill>
              </a:rPr>
            </a:br>
            <a:r>
              <a:rPr lang="en-US" altLang="en-US" sz="3600" b="1" dirty="0">
                <a:solidFill>
                  <a:srgbClr val="060AAA"/>
                </a:solidFill>
              </a:rPr>
              <a:t>Microprocessor Systems and Interfacing</a:t>
            </a:r>
            <a:br>
              <a:rPr lang="en-US" altLang="en-US" sz="3600" b="1" dirty="0">
                <a:solidFill>
                  <a:srgbClr val="060AAA"/>
                </a:solidFill>
              </a:rPr>
            </a:br>
            <a:r>
              <a:rPr lang="en-US" altLang="en-US" sz="2800" b="1" dirty="0">
                <a:solidFill>
                  <a:srgbClr val="060AAA"/>
                </a:solidFill>
              </a:rPr>
              <a:t>CPE 342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3951288"/>
            <a:ext cx="9144000" cy="198755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accent2"/>
                </a:solidFill>
              </a:rPr>
              <a:t>Lecture 1- Week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339C541-ED17-49D9-B157-F57A6101F339}" type="slidenum">
              <a:rPr lang="en-US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PPI Applications</a:t>
            </a:r>
            <a:endParaRPr lang="fr-FR" altLang="en-US" dirty="0"/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268761"/>
            <a:ext cx="8229600" cy="431470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60AAA"/>
                </a:solidFill>
              </a:rPr>
              <a:t>Outline</a:t>
            </a:r>
            <a:endParaRPr lang="en-US" altLang="en-US" dirty="0"/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altLang="en-US" dirty="0"/>
              <a:t>Mode 0 Operation :Interfacing 7- Segment Display</a:t>
            </a:r>
          </a:p>
          <a:p>
            <a:pPr marL="742950" lvl="1" indent="-285750" eaLnBrk="1" hangingPunct="1">
              <a:lnSpc>
                <a:spcPct val="90000"/>
              </a:lnSpc>
              <a:buNone/>
            </a:pPr>
            <a:r>
              <a:rPr lang="fr-FR" altLang="en-US" dirty="0"/>
              <a:t>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E5DBDE9-1F4E-4430-B5C9-42C3323F66F9}" type="datetime2">
              <a:rPr lang="en-US" altLang="en-US"/>
              <a:pPr>
                <a:defRPr/>
              </a:pPr>
              <a:t>Saturday, July 4, 2020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26C43-405D-4C4D-B59E-E0BC30099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 0 Application: 7-Segment Display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E79C2EF-4259-4622-9575-AF1CCF73A2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9887" y="1142400"/>
            <a:ext cx="10116456" cy="491005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670FD-3F1C-4A4A-9D09-CA2F97186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1FBEB3-B3C3-43A2-A6C3-29DCBFFEAB43}" type="datetime2">
              <a:rPr lang="en-US" altLang="en-US" smtClean="0"/>
              <a:t>Saturday, July 4, 2020</a:t>
            </a:fld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3973C8-7739-49DF-9212-0F6DE0664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91848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FC1B8-FF6B-4FA8-B2D0-F216CEE51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7-Segment Display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A2D4FCB-C417-4C01-9570-F73C08509C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3656" y="1417640"/>
            <a:ext cx="9173029" cy="471328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F82F8-F582-4874-906D-A782DBEA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1FBEB3-B3C3-43A2-A6C3-29DCBFFEAB43}" type="datetime2">
              <a:rPr lang="en-US" altLang="en-US" smtClean="0"/>
              <a:t>Saturday, July 4, 2020</a:t>
            </a:fld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57C2B4-E202-4F98-9566-AAB687E2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59402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3FF49-DE6B-4947-9F12-05EC9E8DC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7-Segment Display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8BAA2B9-97C0-4988-B2DA-E56B80AEEB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4912" y="1596571"/>
            <a:ext cx="8458001" cy="438331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E5C92-994A-4C65-AD00-56D474248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1FBEB3-B3C3-43A2-A6C3-29DCBFFEAB43}" type="datetime2">
              <a:rPr lang="en-US" altLang="en-US" smtClean="0"/>
              <a:t>Saturday, July 4, 2020</a:t>
            </a:fld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929796-AFF8-465F-8582-525A4D244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32833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E0BB4-AA45-4C79-9520-1AE24E9C8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Multiplexed 7-Segment Display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7EF96EE-8E41-4B77-9F9E-C8C710F79C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4286" y="1117600"/>
            <a:ext cx="8592457" cy="501332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07EB7-3FE6-4F82-BA25-BE2187628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1FBEB3-B3C3-43A2-A6C3-29DCBFFEAB43}" type="datetime2">
              <a:rPr lang="en-US" altLang="en-US" smtClean="0"/>
              <a:t>Saturday, July 4, 2020</a:t>
            </a:fld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7DBF30-A1D3-4697-BFF9-0ADF09213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64124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F8B08-0FB4-4C54-A47E-0C1634693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8806C59-9E2E-49CC-A5B1-DF4D36B1C4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9886" y="87138"/>
            <a:ext cx="10682514" cy="637171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A01DD-B92E-421B-8ABF-CC2D6BF4F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1FBEB3-B3C3-43A2-A6C3-29DCBFFEAB43}" type="datetime2">
              <a:rPr lang="en-US" altLang="en-US" smtClean="0"/>
              <a:t>Saturday, July 4, 2020</a:t>
            </a:fld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2C7C12-8DCF-485E-9AA1-BF78D38D4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86228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18910-BBC6-46B0-AA9F-77353C8F5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7BF7C0C-FA4F-4F18-BFEF-DC0851261B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1" y="126719"/>
            <a:ext cx="10972800" cy="631762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D4D8B-44E2-4013-9C90-DD90BCE30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1FBEB3-B3C3-43A2-A6C3-29DCBFFEAB43}" type="datetime2">
              <a:rPr lang="en-US" altLang="en-US" smtClean="0"/>
              <a:t>Saturday, July 4, 2020</a:t>
            </a:fld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E05FC7-D323-4AAE-82CF-C5D94B4B4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18210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78B85-91FB-47F3-8DF7-E445C85B3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511CB-A850-48B0-840A-99C4F9CAF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387EB-9A99-4E68-B951-E77EA3C14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1FBEB3-B3C3-43A2-A6C3-29DCBFFEAB43}" type="datetime2">
              <a:rPr lang="en-US" altLang="en-US" smtClean="0"/>
              <a:t>Saturday, July 4, 2020</a:t>
            </a:fld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F57C95-71DE-46F3-B632-C69B1ACA5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7187028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2" charset="2"/>
          <a:buChar char="n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2" charset="2"/>
          <a:buChar char="n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56</Words>
  <Application>Microsoft Office PowerPoint</Application>
  <PresentationFormat>Widescreen</PresentationFormat>
  <Paragraphs>29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Garamond</vt:lpstr>
      <vt:lpstr>Wingdings</vt:lpstr>
      <vt:lpstr>Edge</vt:lpstr>
      <vt:lpstr> Microprocessor Systems and Interfacing CPE 342</vt:lpstr>
      <vt:lpstr>PPI Applications</vt:lpstr>
      <vt:lpstr>Mode 0 Application: 7-Segment Display</vt:lpstr>
      <vt:lpstr>7-Segment Display</vt:lpstr>
      <vt:lpstr>7-Segment Display</vt:lpstr>
      <vt:lpstr>Multiplexed 7-Segment Display</vt:lpstr>
      <vt:lpstr>PowerPoint Presentation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Microprocessor Systems and Interfacing CPE 342</dc:title>
  <dc:creator>Dr. Abbas Javed</dc:creator>
  <cp:lastModifiedBy>Dr. Abbas Javed</cp:lastModifiedBy>
  <cp:revision>13</cp:revision>
  <dcterms:created xsi:type="dcterms:W3CDTF">2020-06-28T09:03:31Z</dcterms:created>
  <dcterms:modified xsi:type="dcterms:W3CDTF">2020-07-04T13:55:36Z</dcterms:modified>
</cp:coreProperties>
</file>