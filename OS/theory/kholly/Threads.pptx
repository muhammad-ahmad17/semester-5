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76" r:id="rId12"/>
    <p:sldId id="263" r:id="rId13"/>
    <p:sldId id="264" r:id="rId14"/>
    <p:sldId id="265" r:id="rId15"/>
    <p:sldId id="267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E8AFA3-241D-43B9-B79E-832CC8EE7710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68641FA-4678-4984-ADCB-666ACB161EAA}">
      <dgm:prSet/>
      <dgm:spPr/>
      <dgm:t>
        <a:bodyPr/>
        <a:lstStyle/>
        <a:p>
          <a:r>
            <a:rPr lang="en-US"/>
            <a:t>Processes are heavy; threads are lightweight execution units.</a:t>
          </a:r>
        </a:p>
      </dgm:t>
    </dgm:pt>
    <dgm:pt modelId="{CD4AEB95-8009-4CD6-8065-310700331173}" type="parTrans" cxnId="{C9CFA8CE-B5EB-4603-9F68-01142CAF5225}">
      <dgm:prSet/>
      <dgm:spPr/>
      <dgm:t>
        <a:bodyPr/>
        <a:lstStyle/>
        <a:p>
          <a:endParaRPr lang="en-US"/>
        </a:p>
      </dgm:t>
    </dgm:pt>
    <dgm:pt modelId="{563852CC-C145-4324-A891-8E74795206F1}" type="sibTrans" cxnId="{C9CFA8CE-B5EB-4603-9F68-01142CAF5225}">
      <dgm:prSet/>
      <dgm:spPr/>
      <dgm:t>
        <a:bodyPr/>
        <a:lstStyle/>
        <a:p>
          <a:endParaRPr lang="en-US"/>
        </a:p>
      </dgm:t>
    </dgm:pt>
    <dgm:pt modelId="{DADAD365-FBF1-48A6-AF93-37DD1750CCFA}">
      <dgm:prSet/>
      <dgm:spPr/>
      <dgm:t>
        <a:bodyPr/>
        <a:lstStyle/>
        <a:p>
          <a:r>
            <a:rPr lang="en-US"/>
            <a:t>• Faster context switching</a:t>
          </a:r>
        </a:p>
      </dgm:t>
    </dgm:pt>
    <dgm:pt modelId="{536FC491-6FC2-4299-8F4F-42135F2690FF}" type="parTrans" cxnId="{EA7FDA1C-3FCF-46CA-B249-CD1578E2F408}">
      <dgm:prSet/>
      <dgm:spPr/>
      <dgm:t>
        <a:bodyPr/>
        <a:lstStyle/>
        <a:p>
          <a:endParaRPr lang="en-US"/>
        </a:p>
      </dgm:t>
    </dgm:pt>
    <dgm:pt modelId="{BB2AC52C-4A72-4DB8-B80D-DF98E2B840B5}" type="sibTrans" cxnId="{EA7FDA1C-3FCF-46CA-B249-CD1578E2F408}">
      <dgm:prSet/>
      <dgm:spPr/>
      <dgm:t>
        <a:bodyPr/>
        <a:lstStyle/>
        <a:p>
          <a:endParaRPr lang="en-US"/>
        </a:p>
      </dgm:t>
    </dgm:pt>
    <dgm:pt modelId="{698E6D7E-42E3-4C7D-B81F-02E0F765A75B}">
      <dgm:prSet/>
      <dgm:spPr/>
      <dgm:t>
        <a:bodyPr/>
        <a:lstStyle/>
        <a:p>
          <a:r>
            <a:rPr lang="en-US"/>
            <a:t>• Better CPU utilization</a:t>
          </a:r>
        </a:p>
      </dgm:t>
    </dgm:pt>
    <dgm:pt modelId="{9AB3BDEB-6257-4049-8DB3-C9B4A371C60E}" type="parTrans" cxnId="{17C0E396-391E-4E71-A77B-18D9EFC29870}">
      <dgm:prSet/>
      <dgm:spPr/>
      <dgm:t>
        <a:bodyPr/>
        <a:lstStyle/>
        <a:p>
          <a:endParaRPr lang="en-US"/>
        </a:p>
      </dgm:t>
    </dgm:pt>
    <dgm:pt modelId="{4464F61B-05D5-49B8-94C4-14CA8594EE69}" type="sibTrans" cxnId="{17C0E396-391E-4E71-A77B-18D9EFC29870}">
      <dgm:prSet/>
      <dgm:spPr/>
      <dgm:t>
        <a:bodyPr/>
        <a:lstStyle/>
        <a:p>
          <a:endParaRPr lang="en-US"/>
        </a:p>
      </dgm:t>
    </dgm:pt>
    <dgm:pt modelId="{50CCAF86-3E48-4662-AC20-2961D39FFFA0}">
      <dgm:prSet/>
      <dgm:spPr/>
      <dgm:t>
        <a:bodyPr/>
        <a:lstStyle/>
        <a:p>
          <a:r>
            <a:rPr lang="en-US"/>
            <a:t>• Responsive applications</a:t>
          </a:r>
        </a:p>
      </dgm:t>
    </dgm:pt>
    <dgm:pt modelId="{C3E3CDB3-253A-4EC7-98CC-00A1477954E1}" type="parTrans" cxnId="{BADA1E7E-53B4-4108-A6E0-838FE18F4894}">
      <dgm:prSet/>
      <dgm:spPr/>
      <dgm:t>
        <a:bodyPr/>
        <a:lstStyle/>
        <a:p>
          <a:endParaRPr lang="en-US"/>
        </a:p>
      </dgm:t>
    </dgm:pt>
    <dgm:pt modelId="{E101D0CD-817C-47E5-BE9D-CFE89ED21E63}" type="sibTrans" cxnId="{BADA1E7E-53B4-4108-A6E0-838FE18F4894}">
      <dgm:prSet/>
      <dgm:spPr/>
      <dgm:t>
        <a:bodyPr/>
        <a:lstStyle/>
        <a:p>
          <a:endParaRPr lang="en-US"/>
        </a:p>
      </dgm:t>
    </dgm:pt>
    <dgm:pt modelId="{F2A992A5-0A45-46CF-BAD8-F9A8895D7E47}">
      <dgm:prSet/>
      <dgm:spPr/>
      <dgm:t>
        <a:bodyPr/>
        <a:lstStyle/>
        <a:p>
          <a:r>
            <a:rPr lang="en-US"/>
            <a:t>Analogy: Restaurant (process) with multiple waiters (threads).</a:t>
          </a:r>
        </a:p>
      </dgm:t>
    </dgm:pt>
    <dgm:pt modelId="{64DEFBFA-E785-4F85-B088-D81B813CC6E3}" type="parTrans" cxnId="{E75BEF21-E840-4B48-999F-ED3C03E9BBB4}">
      <dgm:prSet/>
      <dgm:spPr/>
      <dgm:t>
        <a:bodyPr/>
        <a:lstStyle/>
        <a:p>
          <a:endParaRPr lang="en-US"/>
        </a:p>
      </dgm:t>
    </dgm:pt>
    <dgm:pt modelId="{3B28BDD3-F359-451D-A0B6-4141B85AEA6A}" type="sibTrans" cxnId="{E75BEF21-E840-4B48-999F-ED3C03E9BBB4}">
      <dgm:prSet/>
      <dgm:spPr/>
      <dgm:t>
        <a:bodyPr/>
        <a:lstStyle/>
        <a:p>
          <a:endParaRPr lang="en-US"/>
        </a:p>
      </dgm:t>
    </dgm:pt>
    <dgm:pt modelId="{9D132DC1-6C18-4734-9463-FB13AA737339}" type="pres">
      <dgm:prSet presAssocID="{67E8AFA3-241D-43B9-B79E-832CC8EE7710}" presName="vert0" presStyleCnt="0">
        <dgm:presLayoutVars>
          <dgm:dir/>
          <dgm:animOne val="branch"/>
          <dgm:animLvl val="lvl"/>
        </dgm:presLayoutVars>
      </dgm:prSet>
      <dgm:spPr/>
    </dgm:pt>
    <dgm:pt modelId="{7C27BB6D-CADF-4AC6-8BF0-76F5250A542D}" type="pres">
      <dgm:prSet presAssocID="{368641FA-4678-4984-ADCB-666ACB161EAA}" presName="thickLine" presStyleLbl="alignNode1" presStyleIdx="0" presStyleCnt="5"/>
      <dgm:spPr/>
    </dgm:pt>
    <dgm:pt modelId="{EC4A82F0-E592-4612-89CA-093083613BEB}" type="pres">
      <dgm:prSet presAssocID="{368641FA-4678-4984-ADCB-666ACB161EAA}" presName="horz1" presStyleCnt="0"/>
      <dgm:spPr/>
    </dgm:pt>
    <dgm:pt modelId="{8EABE1AF-1607-498C-9DE7-80EF0373336A}" type="pres">
      <dgm:prSet presAssocID="{368641FA-4678-4984-ADCB-666ACB161EAA}" presName="tx1" presStyleLbl="revTx" presStyleIdx="0" presStyleCnt="5"/>
      <dgm:spPr/>
    </dgm:pt>
    <dgm:pt modelId="{D626BABB-03AF-45E7-85D0-B9B093CA251D}" type="pres">
      <dgm:prSet presAssocID="{368641FA-4678-4984-ADCB-666ACB161EAA}" presName="vert1" presStyleCnt="0"/>
      <dgm:spPr/>
    </dgm:pt>
    <dgm:pt modelId="{9837A226-FB7E-486D-9180-D629FE83D532}" type="pres">
      <dgm:prSet presAssocID="{DADAD365-FBF1-48A6-AF93-37DD1750CCFA}" presName="thickLine" presStyleLbl="alignNode1" presStyleIdx="1" presStyleCnt="5"/>
      <dgm:spPr/>
    </dgm:pt>
    <dgm:pt modelId="{D624FEAE-4E27-418D-BCB9-663B5796D889}" type="pres">
      <dgm:prSet presAssocID="{DADAD365-FBF1-48A6-AF93-37DD1750CCFA}" presName="horz1" presStyleCnt="0"/>
      <dgm:spPr/>
    </dgm:pt>
    <dgm:pt modelId="{3CD99314-545A-4889-BE23-48ED4F7F02F8}" type="pres">
      <dgm:prSet presAssocID="{DADAD365-FBF1-48A6-AF93-37DD1750CCFA}" presName="tx1" presStyleLbl="revTx" presStyleIdx="1" presStyleCnt="5"/>
      <dgm:spPr/>
    </dgm:pt>
    <dgm:pt modelId="{4ECE480C-4611-4664-92D8-C9A842638A11}" type="pres">
      <dgm:prSet presAssocID="{DADAD365-FBF1-48A6-AF93-37DD1750CCFA}" presName="vert1" presStyleCnt="0"/>
      <dgm:spPr/>
    </dgm:pt>
    <dgm:pt modelId="{0F1DA0E8-9EA3-4203-A9E9-97E33ABBE0E8}" type="pres">
      <dgm:prSet presAssocID="{698E6D7E-42E3-4C7D-B81F-02E0F765A75B}" presName="thickLine" presStyleLbl="alignNode1" presStyleIdx="2" presStyleCnt="5"/>
      <dgm:spPr/>
    </dgm:pt>
    <dgm:pt modelId="{DE30D544-F972-4069-966F-31CEA5464328}" type="pres">
      <dgm:prSet presAssocID="{698E6D7E-42E3-4C7D-B81F-02E0F765A75B}" presName="horz1" presStyleCnt="0"/>
      <dgm:spPr/>
    </dgm:pt>
    <dgm:pt modelId="{ED185EBE-1145-46FA-BFAA-148952FA367F}" type="pres">
      <dgm:prSet presAssocID="{698E6D7E-42E3-4C7D-B81F-02E0F765A75B}" presName="tx1" presStyleLbl="revTx" presStyleIdx="2" presStyleCnt="5"/>
      <dgm:spPr/>
    </dgm:pt>
    <dgm:pt modelId="{E85AC979-1D2D-493D-84AD-0FABFF9021C9}" type="pres">
      <dgm:prSet presAssocID="{698E6D7E-42E3-4C7D-B81F-02E0F765A75B}" presName="vert1" presStyleCnt="0"/>
      <dgm:spPr/>
    </dgm:pt>
    <dgm:pt modelId="{25F2E80F-AE83-46DE-BBEB-9EDBDD6A8734}" type="pres">
      <dgm:prSet presAssocID="{50CCAF86-3E48-4662-AC20-2961D39FFFA0}" presName="thickLine" presStyleLbl="alignNode1" presStyleIdx="3" presStyleCnt="5"/>
      <dgm:spPr/>
    </dgm:pt>
    <dgm:pt modelId="{1F681D83-ADA7-4C71-B8D6-1EA706E80FF3}" type="pres">
      <dgm:prSet presAssocID="{50CCAF86-3E48-4662-AC20-2961D39FFFA0}" presName="horz1" presStyleCnt="0"/>
      <dgm:spPr/>
    </dgm:pt>
    <dgm:pt modelId="{A4C4C468-172A-4306-8ADF-0DBD9F508541}" type="pres">
      <dgm:prSet presAssocID="{50CCAF86-3E48-4662-AC20-2961D39FFFA0}" presName="tx1" presStyleLbl="revTx" presStyleIdx="3" presStyleCnt="5"/>
      <dgm:spPr/>
    </dgm:pt>
    <dgm:pt modelId="{45EF295C-3758-450B-8D22-DAC360C9CEF9}" type="pres">
      <dgm:prSet presAssocID="{50CCAF86-3E48-4662-AC20-2961D39FFFA0}" presName="vert1" presStyleCnt="0"/>
      <dgm:spPr/>
    </dgm:pt>
    <dgm:pt modelId="{ECB7B75A-81BF-454A-82D7-A0E69BF8AFE5}" type="pres">
      <dgm:prSet presAssocID="{F2A992A5-0A45-46CF-BAD8-F9A8895D7E47}" presName="thickLine" presStyleLbl="alignNode1" presStyleIdx="4" presStyleCnt="5"/>
      <dgm:spPr/>
    </dgm:pt>
    <dgm:pt modelId="{250C9191-F933-41A8-B1DF-382C19995DA9}" type="pres">
      <dgm:prSet presAssocID="{F2A992A5-0A45-46CF-BAD8-F9A8895D7E47}" presName="horz1" presStyleCnt="0"/>
      <dgm:spPr/>
    </dgm:pt>
    <dgm:pt modelId="{AEA867CE-8B20-4BA5-9FA4-4B2AE5069CAA}" type="pres">
      <dgm:prSet presAssocID="{F2A992A5-0A45-46CF-BAD8-F9A8895D7E47}" presName="tx1" presStyleLbl="revTx" presStyleIdx="4" presStyleCnt="5"/>
      <dgm:spPr/>
    </dgm:pt>
    <dgm:pt modelId="{C7E0130F-F869-4627-ABE4-445036ECC9C6}" type="pres">
      <dgm:prSet presAssocID="{F2A992A5-0A45-46CF-BAD8-F9A8895D7E47}" presName="vert1" presStyleCnt="0"/>
      <dgm:spPr/>
    </dgm:pt>
  </dgm:ptLst>
  <dgm:cxnLst>
    <dgm:cxn modelId="{25565408-770A-4940-930D-C0CC620A4FF3}" type="presOf" srcId="{F2A992A5-0A45-46CF-BAD8-F9A8895D7E47}" destId="{AEA867CE-8B20-4BA5-9FA4-4B2AE5069CAA}" srcOrd="0" destOrd="0" presId="urn:microsoft.com/office/officeart/2008/layout/LinedList"/>
    <dgm:cxn modelId="{EA7FDA1C-3FCF-46CA-B249-CD1578E2F408}" srcId="{67E8AFA3-241D-43B9-B79E-832CC8EE7710}" destId="{DADAD365-FBF1-48A6-AF93-37DD1750CCFA}" srcOrd="1" destOrd="0" parTransId="{536FC491-6FC2-4299-8F4F-42135F2690FF}" sibTransId="{BB2AC52C-4A72-4DB8-B80D-DF98E2B840B5}"/>
    <dgm:cxn modelId="{4E97901F-71A1-4CC1-92DD-827501907B57}" type="presOf" srcId="{DADAD365-FBF1-48A6-AF93-37DD1750CCFA}" destId="{3CD99314-545A-4889-BE23-48ED4F7F02F8}" srcOrd="0" destOrd="0" presId="urn:microsoft.com/office/officeart/2008/layout/LinedList"/>
    <dgm:cxn modelId="{E75BEF21-E840-4B48-999F-ED3C03E9BBB4}" srcId="{67E8AFA3-241D-43B9-B79E-832CC8EE7710}" destId="{F2A992A5-0A45-46CF-BAD8-F9A8895D7E47}" srcOrd="4" destOrd="0" parTransId="{64DEFBFA-E785-4F85-B088-D81B813CC6E3}" sibTransId="{3B28BDD3-F359-451D-A0B6-4141B85AEA6A}"/>
    <dgm:cxn modelId="{2F9EA435-E360-49FB-A25C-080C8F33355E}" type="presOf" srcId="{50CCAF86-3E48-4662-AC20-2961D39FFFA0}" destId="{A4C4C468-172A-4306-8ADF-0DBD9F508541}" srcOrd="0" destOrd="0" presId="urn:microsoft.com/office/officeart/2008/layout/LinedList"/>
    <dgm:cxn modelId="{AB38E24D-06AD-452F-8437-E01F61DB11CC}" type="presOf" srcId="{368641FA-4678-4984-ADCB-666ACB161EAA}" destId="{8EABE1AF-1607-498C-9DE7-80EF0373336A}" srcOrd="0" destOrd="0" presId="urn:microsoft.com/office/officeart/2008/layout/LinedList"/>
    <dgm:cxn modelId="{23985F79-941C-43BF-8495-1BA92C62F8EC}" type="presOf" srcId="{698E6D7E-42E3-4C7D-B81F-02E0F765A75B}" destId="{ED185EBE-1145-46FA-BFAA-148952FA367F}" srcOrd="0" destOrd="0" presId="urn:microsoft.com/office/officeart/2008/layout/LinedList"/>
    <dgm:cxn modelId="{BADA1E7E-53B4-4108-A6E0-838FE18F4894}" srcId="{67E8AFA3-241D-43B9-B79E-832CC8EE7710}" destId="{50CCAF86-3E48-4662-AC20-2961D39FFFA0}" srcOrd="3" destOrd="0" parTransId="{C3E3CDB3-253A-4EC7-98CC-00A1477954E1}" sibTransId="{E101D0CD-817C-47E5-BE9D-CFE89ED21E63}"/>
    <dgm:cxn modelId="{17C0E396-391E-4E71-A77B-18D9EFC29870}" srcId="{67E8AFA3-241D-43B9-B79E-832CC8EE7710}" destId="{698E6D7E-42E3-4C7D-B81F-02E0F765A75B}" srcOrd="2" destOrd="0" parTransId="{9AB3BDEB-6257-4049-8DB3-C9B4A371C60E}" sibTransId="{4464F61B-05D5-49B8-94C4-14CA8594EE69}"/>
    <dgm:cxn modelId="{E1882CB7-CCD9-460C-95CC-5F3C9C056D88}" type="presOf" srcId="{67E8AFA3-241D-43B9-B79E-832CC8EE7710}" destId="{9D132DC1-6C18-4734-9463-FB13AA737339}" srcOrd="0" destOrd="0" presId="urn:microsoft.com/office/officeart/2008/layout/LinedList"/>
    <dgm:cxn modelId="{C9CFA8CE-B5EB-4603-9F68-01142CAF5225}" srcId="{67E8AFA3-241D-43B9-B79E-832CC8EE7710}" destId="{368641FA-4678-4984-ADCB-666ACB161EAA}" srcOrd="0" destOrd="0" parTransId="{CD4AEB95-8009-4CD6-8065-310700331173}" sibTransId="{563852CC-C145-4324-A891-8E74795206F1}"/>
    <dgm:cxn modelId="{F5421760-4A83-43F6-B3FC-486F67B21A8C}" type="presParOf" srcId="{9D132DC1-6C18-4734-9463-FB13AA737339}" destId="{7C27BB6D-CADF-4AC6-8BF0-76F5250A542D}" srcOrd="0" destOrd="0" presId="urn:microsoft.com/office/officeart/2008/layout/LinedList"/>
    <dgm:cxn modelId="{EAAB53AC-F343-4954-B24B-48976812E73B}" type="presParOf" srcId="{9D132DC1-6C18-4734-9463-FB13AA737339}" destId="{EC4A82F0-E592-4612-89CA-093083613BEB}" srcOrd="1" destOrd="0" presId="urn:microsoft.com/office/officeart/2008/layout/LinedList"/>
    <dgm:cxn modelId="{5D235737-BA95-4B02-8AA6-28EFB088EDDB}" type="presParOf" srcId="{EC4A82F0-E592-4612-89CA-093083613BEB}" destId="{8EABE1AF-1607-498C-9DE7-80EF0373336A}" srcOrd="0" destOrd="0" presId="urn:microsoft.com/office/officeart/2008/layout/LinedList"/>
    <dgm:cxn modelId="{227C21EC-8BAE-4190-8069-B0DCE36C83A4}" type="presParOf" srcId="{EC4A82F0-E592-4612-89CA-093083613BEB}" destId="{D626BABB-03AF-45E7-85D0-B9B093CA251D}" srcOrd="1" destOrd="0" presId="urn:microsoft.com/office/officeart/2008/layout/LinedList"/>
    <dgm:cxn modelId="{23CE767B-51CE-4FB0-806B-4224901F893D}" type="presParOf" srcId="{9D132DC1-6C18-4734-9463-FB13AA737339}" destId="{9837A226-FB7E-486D-9180-D629FE83D532}" srcOrd="2" destOrd="0" presId="urn:microsoft.com/office/officeart/2008/layout/LinedList"/>
    <dgm:cxn modelId="{1E19C766-CE27-4DB5-85E9-74C952E3BC05}" type="presParOf" srcId="{9D132DC1-6C18-4734-9463-FB13AA737339}" destId="{D624FEAE-4E27-418D-BCB9-663B5796D889}" srcOrd="3" destOrd="0" presId="urn:microsoft.com/office/officeart/2008/layout/LinedList"/>
    <dgm:cxn modelId="{7FEF3EC6-C17E-4747-AFC3-C7BC560C2A51}" type="presParOf" srcId="{D624FEAE-4E27-418D-BCB9-663B5796D889}" destId="{3CD99314-545A-4889-BE23-48ED4F7F02F8}" srcOrd="0" destOrd="0" presId="urn:microsoft.com/office/officeart/2008/layout/LinedList"/>
    <dgm:cxn modelId="{A4AB5F66-32BF-41F0-9A30-1044420B1774}" type="presParOf" srcId="{D624FEAE-4E27-418D-BCB9-663B5796D889}" destId="{4ECE480C-4611-4664-92D8-C9A842638A11}" srcOrd="1" destOrd="0" presId="urn:microsoft.com/office/officeart/2008/layout/LinedList"/>
    <dgm:cxn modelId="{862D935E-EC44-4222-A32D-ED483ED99DAF}" type="presParOf" srcId="{9D132DC1-6C18-4734-9463-FB13AA737339}" destId="{0F1DA0E8-9EA3-4203-A9E9-97E33ABBE0E8}" srcOrd="4" destOrd="0" presId="urn:microsoft.com/office/officeart/2008/layout/LinedList"/>
    <dgm:cxn modelId="{CB340F3E-D3FB-4375-B99E-58A2D38B08F1}" type="presParOf" srcId="{9D132DC1-6C18-4734-9463-FB13AA737339}" destId="{DE30D544-F972-4069-966F-31CEA5464328}" srcOrd="5" destOrd="0" presId="urn:microsoft.com/office/officeart/2008/layout/LinedList"/>
    <dgm:cxn modelId="{05309F3D-9627-4A8F-B3AF-0A4FAA924950}" type="presParOf" srcId="{DE30D544-F972-4069-966F-31CEA5464328}" destId="{ED185EBE-1145-46FA-BFAA-148952FA367F}" srcOrd="0" destOrd="0" presId="urn:microsoft.com/office/officeart/2008/layout/LinedList"/>
    <dgm:cxn modelId="{7B7C9DF9-37A3-4307-8414-B80842006EA6}" type="presParOf" srcId="{DE30D544-F972-4069-966F-31CEA5464328}" destId="{E85AC979-1D2D-493D-84AD-0FABFF9021C9}" srcOrd="1" destOrd="0" presId="urn:microsoft.com/office/officeart/2008/layout/LinedList"/>
    <dgm:cxn modelId="{32947422-20EC-4D26-9187-C7165A231069}" type="presParOf" srcId="{9D132DC1-6C18-4734-9463-FB13AA737339}" destId="{25F2E80F-AE83-46DE-BBEB-9EDBDD6A8734}" srcOrd="6" destOrd="0" presId="urn:microsoft.com/office/officeart/2008/layout/LinedList"/>
    <dgm:cxn modelId="{9313ECF7-4E19-4E00-AD6B-503414A8A74E}" type="presParOf" srcId="{9D132DC1-6C18-4734-9463-FB13AA737339}" destId="{1F681D83-ADA7-4C71-B8D6-1EA706E80FF3}" srcOrd="7" destOrd="0" presId="urn:microsoft.com/office/officeart/2008/layout/LinedList"/>
    <dgm:cxn modelId="{3577CC01-2D91-4011-BCFF-6A99859A0354}" type="presParOf" srcId="{1F681D83-ADA7-4C71-B8D6-1EA706E80FF3}" destId="{A4C4C468-172A-4306-8ADF-0DBD9F508541}" srcOrd="0" destOrd="0" presId="urn:microsoft.com/office/officeart/2008/layout/LinedList"/>
    <dgm:cxn modelId="{659B24D5-DF43-4D69-BC1B-0749CE758A2D}" type="presParOf" srcId="{1F681D83-ADA7-4C71-B8D6-1EA706E80FF3}" destId="{45EF295C-3758-450B-8D22-DAC360C9CEF9}" srcOrd="1" destOrd="0" presId="urn:microsoft.com/office/officeart/2008/layout/LinedList"/>
    <dgm:cxn modelId="{D5F2BBBB-0A83-4039-ADC8-0802FDA2A78B}" type="presParOf" srcId="{9D132DC1-6C18-4734-9463-FB13AA737339}" destId="{ECB7B75A-81BF-454A-82D7-A0E69BF8AFE5}" srcOrd="8" destOrd="0" presId="urn:microsoft.com/office/officeart/2008/layout/LinedList"/>
    <dgm:cxn modelId="{CF418A72-C81A-4E85-9570-98FFE4A24263}" type="presParOf" srcId="{9D132DC1-6C18-4734-9463-FB13AA737339}" destId="{250C9191-F933-41A8-B1DF-382C19995DA9}" srcOrd="9" destOrd="0" presId="urn:microsoft.com/office/officeart/2008/layout/LinedList"/>
    <dgm:cxn modelId="{A47D91D6-F15C-4BAD-BE63-6C96BE128F0B}" type="presParOf" srcId="{250C9191-F933-41A8-B1DF-382C19995DA9}" destId="{AEA867CE-8B20-4BA5-9FA4-4B2AE5069CAA}" srcOrd="0" destOrd="0" presId="urn:microsoft.com/office/officeart/2008/layout/LinedList"/>
    <dgm:cxn modelId="{4280A17C-0503-4F19-B13C-51E0AF06F89D}" type="presParOf" srcId="{250C9191-F933-41A8-B1DF-382C19995DA9}" destId="{C7E0130F-F869-4627-ABE4-445036ECC9C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16AE97-B7AC-4F26-8CA8-9C52A043776F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DAE6B7F-4A3F-4B48-AFCE-F96339862B0D}">
      <dgm:prSet/>
      <dgm:spPr/>
      <dgm:t>
        <a:bodyPr/>
        <a:lstStyle/>
        <a:p>
          <a:r>
            <a:rPr lang="en-US"/>
            <a:t>Smallest CPU execution unit within a process.</a:t>
          </a:r>
        </a:p>
      </dgm:t>
    </dgm:pt>
    <dgm:pt modelId="{BAB013D2-E4C2-45A6-AEB9-6DE1555EFDBC}" type="parTrans" cxnId="{C7226D24-03E5-4E48-AD65-39BEBE375969}">
      <dgm:prSet/>
      <dgm:spPr/>
      <dgm:t>
        <a:bodyPr/>
        <a:lstStyle/>
        <a:p>
          <a:endParaRPr lang="en-US"/>
        </a:p>
      </dgm:t>
    </dgm:pt>
    <dgm:pt modelId="{BEFABE0C-BBD3-48BC-8FA6-265614A4A7F3}" type="sibTrans" cxnId="{C7226D24-03E5-4E48-AD65-39BEBE375969}">
      <dgm:prSet/>
      <dgm:spPr/>
      <dgm:t>
        <a:bodyPr/>
        <a:lstStyle/>
        <a:p>
          <a:endParaRPr lang="en-US"/>
        </a:p>
      </dgm:t>
    </dgm:pt>
    <dgm:pt modelId="{3000C7BA-0AA2-4728-8F5A-DF0E53D6C1EA}">
      <dgm:prSet/>
      <dgm:spPr/>
      <dgm:t>
        <a:bodyPr/>
        <a:lstStyle/>
        <a:p>
          <a:r>
            <a:rPr lang="en-US"/>
            <a:t>Each thread has its own registers, stack, program counter but shares code/data/files.</a:t>
          </a:r>
        </a:p>
      </dgm:t>
    </dgm:pt>
    <dgm:pt modelId="{BE759316-DF14-435F-AF1E-D7507C874164}" type="parTrans" cxnId="{92E4667D-9BEF-4250-AC2B-3A5E4C309E88}">
      <dgm:prSet/>
      <dgm:spPr/>
      <dgm:t>
        <a:bodyPr/>
        <a:lstStyle/>
        <a:p>
          <a:endParaRPr lang="en-US"/>
        </a:p>
      </dgm:t>
    </dgm:pt>
    <dgm:pt modelId="{2B79CB73-06AF-4422-A1AF-0B5A948728AF}" type="sibTrans" cxnId="{92E4667D-9BEF-4250-AC2B-3A5E4C309E88}">
      <dgm:prSet/>
      <dgm:spPr/>
      <dgm:t>
        <a:bodyPr/>
        <a:lstStyle/>
        <a:p>
          <a:endParaRPr lang="en-US"/>
        </a:p>
      </dgm:t>
    </dgm:pt>
    <dgm:pt modelId="{EE236E31-6AE8-41C8-A7E2-2E8AC3704502}">
      <dgm:prSet/>
      <dgm:spPr/>
      <dgm:t>
        <a:bodyPr/>
        <a:lstStyle/>
        <a:p>
          <a:r>
            <a:rPr lang="en-US"/>
            <a:t>Example: Web browser threads for UI, rendering, downloading.</a:t>
          </a:r>
        </a:p>
      </dgm:t>
    </dgm:pt>
    <dgm:pt modelId="{9697B930-0361-4978-A56C-0726932BD668}" type="parTrans" cxnId="{947BC23F-3715-443B-B533-2E2C94A78DB0}">
      <dgm:prSet/>
      <dgm:spPr/>
      <dgm:t>
        <a:bodyPr/>
        <a:lstStyle/>
        <a:p>
          <a:endParaRPr lang="en-US"/>
        </a:p>
      </dgm:t>
    </dgm:pt>
    <dgm:pt modelId="{65E3DEC8-923A-4043-96D9-4C1E6758C72D}" type="sibTrans" cxnId="{947BC23F-3715-443B-B533-2E2C94A78DB0}">
      <dgm:prSet/>
      <dgm:spPr/>
      <dgm:t>
        <a:bodyPr/>
        <a:lstStyle/>
        <a:p>
          <a:endParaRPr lang="en-US"/>
        </a:p>
      </dgm:t>
    </dgm:pt>
    <dgm:pt modelId="{763F0B84-2C9D-4E71-A7F2-B79C05D0CF05}" type="pres">
      <dgm:prSet presAssocID="{CC16AE97-B7AC-4F26-8CA8-9C52A043776F}" presName="linear" presStyleCnt="0">
        <dgm:presLayoutVars>
          <dgm:animLvl val="lvl"/>
          <dgm:resizeHandles val="exact"/>
        </dgm:presLayoutVars>
      </dgm:prSet>
      <dgm:spPr/>
    </dgm:pt>
    <dgm:pt modelId="{67A3010C-8887-4D23-80E6-63B8A937A650}" type="pres">
      <dgm:prSet presAssocID="{EDAE6B7F-4A3F-4B48-AFCE-F96339862B0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480FB6B-695A-4598-9BAF-39A485AA5082}" type="pres">
      <dgm:prSet presAssocID="{BEFABE0C-BBD3-48BC-8FA6-265614A4A7F3}" presName="spacer" presStyleCnt="0"/>
      <dgm:spPr/>
    </dgm:pt>
    <dgm:pt modelId="{820D5055-7DE4-4F44-8147-9E1548DC220E}" type="pres">
      <dgm:prSet presAssocID="{3000C7BA-0AA2-4728-8F5A-DF0E53D6C1E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731FCD-7197-4C00-A9CE-66472B28BBFB}" type="pres">
      <dgm:prSet presAssocID="{2B79CB73-06AF-4422-A1AF-0B5A948728AF}" presName="spacer" presStyleCnt="0"/>
      <dgm:spPr/>
    </dgm:pt>
    <dgm:pt modelId="{29FFD20C-DA38-4F0D-B775-6369211891C9}" type="pres">
      <dgm:prSet presAssocID="{EE236E31-6AE8-41C8-A7E2-2E8AC370450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112C319-386D-490A-AE72-B0BDC6EE2471}" type="presOf" srcId="{EE236E31-6AE8-41C8-A7E2-2E8AC3704502}" destId="{29FFD20C-DA38-4F0D-B775-6369211891C9}" srcOrd="0" destOrd="0" presId="urn:microsoft.com/office/officeart/2005/8/layout/vList2"/>
    <dgm:cxn modelId="{2DF9411C-2748-4513-9143-A998641AE8DF}" type="presOf" srcId="{3000C7BA-0AA2-4728-8F5A-DF0E53D6C1EA}" destId="{820D5055-7DE4-4F44-8147-9E1548DC220E}" srcOrd="0" destOrd="0" presId="urn:microsoft.com/office/officeart/2005/8/layout/vList2"/>
    <dgm:cxn modelId="{C7226D24-03E5-4E48-AD65-39BEBE375969}" srcId="{CC16AE97-B7AC-4F26-8CA8-9C52A043776F}" destId="{EDAE6B7F-4A3F-4B48-AFCE-F96339862B0D}" srcOrd="0" destOrd="0" parTransId="{BAB013D2-E4C2-45A6-AEB9-6DE1555EFDBC}" sibTransId="{BEFABE0C-BBD3-48BC-8FA6-265614A4A7F3}"/>
    <dgm:cxn modelId="{947BC23F-3715-443B-B533-2E2C94A78DB0}" srcId="{CC16AE97-B7AC-4F26-8CA8-9C52A043776F}" destId="{EE236E31-6AE8-41C8-A7E2-2E8AC3704502}" srcOrd="2" destOrd="0" parTransId="{9697B930-0361-4978-A56C-0726932BD668}" sibTransId="{65E3DEC8-923A-4043-96D9-4C1E6758C72D}"/>
    <dgm:cxn modelId="{CAAD4361-F496-44D0-991B-D2FAA01E4C94}" type="presOf" srcId="{CC16AE97-B7AC-4F26-8CA8-9C52A043776F}" destId="{763F0B84-2C9D-4E71-A7F2-B79C05D0CF05}" srcOrd="0" destOrd="0" presId="urn:microsoft.com/office/officeart/2005/8/layout/vList2"/>
    <dgm:cxn modelId="{2131556B-6493-4E3A-8404-15EE7965D8C7}" type="presOf" srcId="{EDAE6B7F-4A3F-4B48-AFCE-F96339862B0D}" destId="{67A3010C-8887-4D23-80E6-63B8A937A650}" srcOrd="0" destOrd="0" presId="urn:microsoft.com/office/officeart/2005/8/layout/vList2"/>
    <dgm:cxn modelId="{92E4667D-9BEF-4250-AC2B-3A5E4C309E88}" srcId="{CC16AE97-B7AC-4F26-8CA8-9C52A043776F}" destId="{3000C7BA-0AA2-4728-8F5A-DF0E53D6C1EA}" srcOrd="1" destOrd="0" parTransId="{BE759316-DF14-435F-AF1E-D7507C874164}" sibTransId="{2B79CB73-06AF-4422-A1AF-0B5A948728AF}"/>
    <dgm:cxn modelId="{6AD8EFD6-7CED-4BC2-8A98-7E73E2168FCE}" type="presParOf" srcId="{763F0B84-2C9D-4E71-A7F2-B79C05D0CF05}" destId="{67A3010C-8887-4D23-80E6-63B8A937A650}" srcOrd="0" destOrd="0" presId="urn:microsoft.com/office/officeart/2005/8/layout/vList2"/>
    <dgm:cxn modelId="{CD9712C8-B592-4F3B-9AA3-51C22CB540DD}" type="presParOf" srcId="{763F0B84-2C9D-4E71-A7F2-B79C05D0CF05}" destId="{4480FB6B-695A-4598-9BAF-39A485AA5082}" srcOrd="1" destOrd="0" presId="urn:microsoft.com/office/officeart/2005/8/layout/vList2"/>
    <dgm:cxn modelId="{89BCB89A-8330-4502-A4F6-9990362B248D}" type="presParOf" srcId="{763F0B84-2C9D-4E71-A7F2-B79C05D0CF05}" destId="{820D5055-7DE4-4F44-8147-9E1548DC220E}" srcOrd="2" destOrd="0" presId="urn:microsoft.com/office/officeart/2005/8/layout/vList2"/>
    <dgm:cxn modelId="{361233E5-F763-4701-880D-8508F28B8AB1}" type="presParOf" srcId="{763F0B84-2C9D-4E71-A7F2-B79C05D0CF05}" destId="{C6731FCD-7197-4C00-A9CE-66472B28BBFB}" srcOrd="3" destOrd="0" presId="urn:microsoft.com/office/officeart/2005/8/layout/vList2"/>
    <dgm:cxn modelId="{E20B4271-B97B-4D11-A8F4-583CDF640163}" type="presParOf" srcId="{763F0B84-2C9D-4E71-A7F2-B79C05D0CF05}" destId="{29FFD20C-DA38-4F0D-B775-6369211891C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C94D28-BB65-4E6A-A0A8-13F8FD5F4B91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1CD3192-E9CC-4300-AD67-4981553571A9}">
      <dgm:prSet/>
      <dgm:spPr/>
      <dgm:t>
        <a:bodyPr/>
        <a:lstStyle/>
        <a:p>
          <a:r>
            <a:rPr lang="en-US"/>
            <a:t>Process: Independent execution, separate memory, high overhead.</a:t>
          </a:r>
        </a:p>
      </dgm:t>
    </dgm:pt>
    <dgm:pt modelId="{C875E796-7122-4E74-9190-7CA1B44E877F}" type="parTrans" cxnId="{4D8D7EAF-C495-4C4B-B8E5-177CE10D32F2}">
      <dgm:prSet/>
      <dgm:spPr/>
      <dgm:t>
        <a:bodyPr/>
        <a:lstStyle/>
        <a:p>
          <a:endParaRPr lang="en-US"/>
        </a:p>
      </dgm:t>
    </dgm:pt>
    <dgm:pt modelId="{5678E507-8207-4F89-8D4F-EE3F936CA538}" type="sibTrans" cxnId="{4D8D7EAF-C495-4C4B-B8E5-177CE10D32F2}">
      <dgm:prSet/>
      <dgm:spPr/>
      <dgm:t>
        <a:bodyPr/>
        <a:lstStyle/>
        <a:p>
          <a:endParaRPr lang="en-US"/>
        </a:p>
      </dgm:t>
    </dgm:pt>
    <dgm:pt modelId="{1AA17E63-66A4-405D-80FD-734E4DCD47BA}">
      <dgm:prSet/>
      <dgm:spPr/>
      <dgm:t>
        <a:bodyPr/>
        <a:lstStyle/>
        <a:p>
          <a:r>
            <a:rPr lang="en-US"/>
            <a:t>Thread: Lightweight, shares memory, low overhead.</a:t>
          </a:r>
        </a:p>
      </dgm:t>
    </dgm:pt>
    <dgm:pt modelId="{DDE69E09-5BBE-49E7-9251-5967E56BBDD2}" type="parTrans" cxnId="{4D466BDE-27FA-4A6A-B560-B2FF2C56A6F8}">
      <dgm:prSet/>
      <dgm:spPr/>
      <dgm:t>
        <a:bodyPr/>
        <a:lstStyle/>
        <a:p>
          <a:endParaRPr lang="en-US"/>
        </a:p>
      </dgm:t>
    </dgm:pt>
    <dgm:pt modelId="{27622425-6332-4639-8F6D-413C2CB036C1}" type="sibTrans" cxnId="{4D466BDE-27FA-4A6A-B560-B2FF2C56A6F8}">
      <dgm:prSet/>
      <dgm:spPr/>
      <dgm:t>
        <a:bodyPr/>
        <a:lstStyle/>
        <a:p>
          <a:endParaRPr lang="en-US"/>
        </a:p>
      </dgm:t>
    </dgm:pt>
    <dgm:pt modelId="{D86875B5-20A5-41AA-960E-42D538EAB5DC}">
      <dgm:prSet/>
      <dgm:spPr/>
      <dgm:t>
        <a:bodyPr/>
        <a:lstStyle/>
        <a:p>
          <a:r>
            <a:rPr lang="en-US"/>
            <a:t>Communication easier in threads via shared memory.</a:t>
          </a:r>
        </a:p>
      </dgm:t>
    </dgm:pt>
    <dgm:pt modelId="{A6EEFD7C-A8E8-4ED5-B9A0-80C21CCAA505}" type="parTrans" cxnId="{B9526ABC-6EA2-49B8-B100-29B80EC1F930}">
      <dgm:prSet/>
      <dgm:spPr/>
      <dgm:t>
        <a:bodyPr/>
        <a:lstStyle/>
        <a:p>
          <a:endParaRPr lang="en-US"/>
        </a:p>
      </dgm:t>
    </dgm:pt>
    <dgm:pt modelId="{590D16DD-3566-4BB0-AAA7-82D66442E489}" type="sibTrans" cxnId="{B9526ABC-6EA2-49B8-B100-29B80EC1F930}">
      <dgm:prSet/>
      <dgm:spPr/>
      <dgm:t>
        <a:bodyPr/>
        <a:lstStyle/>
        <a:p>
          <a:endParaRPr lang="en-US"/>
        </a:p>
      </dgm:t>
    </dgm:pt>
    <dgm:pt modelId="{9D680CC3-10D9-42F5-852B-D9D77F2C064C}" type="pres">
      <dgm:prSet presAssocID="{5CC94D28-BB65-4E6A-A0A8-13F8FD5F4B91}" presName="vert0" presStyleCnt="0">
        <dgm:presLayoutVars>
          <dgm:dir/>
          <dgm:animOne val="branch"/>
          <dgm:animLvl val="lvl"/>
        </dgm:presLayoutVars>
      </dgm:prSet>
      <dgm:spPr/>
    </dgm:pt>
    <dgm:pt modelId="{BCD7D101-6097-4456-B636-620865DAF8F5}" type="pres">
      <dgm:prSet presAssocID="{E1CD3192-E9CC-4300-AD67-4981553571A9}" presName="thickLine" presStyleLbl="alignNode1" presStyleIdx="0" presStyleCnt="3"/>
      <dgm:spPr/>
    </dgm:pt>
    <dgm:pt modelId="{2F517E40-27BF-49B1-9862-ACE2B0F5F0EB}" type="pres">
      <dgm:prSet presAssocID="{E1CD3192-E9CC-4300-AD67-4981553571A9}" presName="horz1" presStyleCnt="0"/>
      <dgm:spPr/>
    </dgm:pt>
    <dgm:pt modelId="{95B9873C-1B63-4982-81AC-E68928246177}" type="pres">
      <dgm:prSet presAssocID="{E1CD3192-E9CC-4300-AD67-4981553571A9}" presName="tx1" presStyleLbl="revTx" presStyleIdx="0" presStyleCnt="3"/>
      <dgm:spPr/>
    </dgm:pt>
    <dgm:pt modelId="{64431F95-D582-4CF0-B6BB-B255FB9EDB28}" type="pres">
      <dgm:prSet presAssocID="{E1CD3192-E9CC-4300-AD67-4981553571A9}" presName="vert1" presStyleCnt="0"/>
      <dgm:spPr/>
    </dgm:pt>
    <dgm:pt modelId="{B6487076-97E7-4B1A-B65B-74B9340B0587}" type="pres">
      <dgm:prSet presAssocID="{1AA17E63-66A4-405D-80FD-734E4DCD47BA}" presName="thickLine" presStyleLbl="alignNode1" presStyleIdx="1" presStyleCnt="3"/>
      <dgm:spPr/>
    </dgm:pt>
    <dgm:pt modelId="{0B7C1EB7-0EF3-44D6-AE86-797DC57C5DD3}" type="pres">
      <dgm:prSet presAssocID="{1AA17E63-66A4-405D-80FD-734E4DCD47BA}" presName="horz1" presStyleCnt="0"/>
      <dgm:spPr/>
    </dgm:pt>
    <dgm:pt modelId="{C4350DA3-7693-40E4-A40A-D0B54B55AA5A}" type="pres">
      <dgm:prSet presAssocID="{1AA17E63-66A4-405D-80FD-734E4DCD47BA}" presName="tx1" presStyleLbl="revTx" presStyleIdx="1" presStyleCnt="3"/>
      <dgm:spPr/>
    </dgm:pt>
    <dgm:pt modelId="{46661D52-6B13-424A-BBB3-0765FF66B83E}" type="pres">
      <dgm:prSet presAssocID="{1AA17E63-66A4-405D-80FD-734E4DCD47BA}" presName="vert1" presStyleCnt="0"/>
      <dgm:spPr/>
    </dgm:pt>
    <dgm:pt modelId="{7149DC8D-1EEA-4F7D-8FFA-E67C3A5D68B5}" type="pres">
      <dgm:prSet presAssocID="{D86875B5-20A5-41AA-960E-42D538EAB5DC}" presName="thickLine" presStyleLbl="alignNode1" presStyleIdx="2" presStyleCnt="3"/>
      <dgm:spPr/>
    </dgm:pt>
    <dgm:pt modelId="{76A4897F-F914-4F6C-A8E0-69842DACC4B8}" type="pres">
      <dgm:prSet presAssocID="{D86875B5-20A5-41AA-960E-42D538EAB5DC}" presName="horz1" presStyleCnt="0"/>
      <dgm:spPr/>
    </dgm:pt>
    <dgm:pt modelId="{DC274680-C71F-401B-925A-A23E0D39CD06}" type="pres">
      <dgm:prSet presAssocID="{D86875B5-20A5-41AA-960E-42D538EAB5DC}" presName="tx1" presStyleLbl="revTx" presStyleIdx="2" presStyleCnt="3"/>
      <dgm:spPr/>
    </dgm:pt>
    <dgm:pt modelId="{7019B577-B27F-457D-BBDD-D0A652C65B37}" type="pres">
      <dgm:prSet presAssocID="{D86875B5-20A5-41AA-960E-42D538EAB5DC}" presName="vert1" presStyleCnt="0"/>
      <dgm:spPr/>
    </dgm:pt>
  </dgm:ptLst>
  <dgm:cxnLst>
    <dgm:cxn modelId="{EC2E0271-7C39-4199-B61C-7703F2199A07}" type="presOf" srcId="{E1CD3192-E9CC-4300-AD67-4981553571A9}" destId="{95B9873C-1B63-4982-81AC-E68928246177}" srcOrd="0" destOrd="0" presId="urn:microsoft.com/office/officeart/2008/layout/LinedList"/>
    <dgm:cxn modelId="{D494FA56-7526-4AC4-AF88-E71BE1FF0362}" type="presOf" srcId="{1AA17E63-66A4-405D-80FD-734E4DCD47BA}" destId="{C4350DA3-7693-40E4-A40A-D0B54B55AA5A}" srcOrd="0" destOrd="0" presId="urn:microsoft.com/office/officeart/2008/layout/LinedList"/>
    <dgm:cxn modelId="{FF6CF98B-5799-4292-836D-984340FE7C22}" type="presOf" srcId="{D86875B5-20A5-41AA-960E-42D538EAB5DC}" destId="{DC274680-C71F-401B-925A-A23E0D39CD06}" srcOrd="0" destOrd="0" presId="urn:microsoft.com/office/officeart/2008/layout/LinedList"/>
    <dgm:cxn modelId="{4D8D7EAF-C495-4C4B-B8E5-177CE10D32F2}" srcId="{5CC94D28-BB65-4E6A-A0A8-13F8FD5F4B91}" destId="{E1CD3192-E9CC-4300-AD67-4981553571A9}" srcOrd="0" destOrd="0" parTransId="{C875E796-7122-4E74-9190-7CA1B44E877F}" sibTransId="{5678E507-8207-4F89-8D4F-EE3F936CA538}"/>
    <dgm:cxn modelId="{B9526ABC-6EA2-49B8-B100-29B80EC1F930}" srcId="{5CC94D28-BB65-4E6A-A0A8-13F8FD5F4B91}" destId="{D86875B5-20A5-41AA-960E-42D538EAB5DC}" srcOrd="2" destOrd="0" parTransId="{A6EEFD7C-A8E8-4ED5-B9A0-80C21CCAA505}" sibTransId="{590D16DD-3566-4BB0-AAA7-82D66442E489}"/>
    <dgm:cxn modelId="{C2B173CE-6E1A-41B6-8A42-B31EF0E4A748}" type="presOf" srcId="{5CC94D28-BB65-4E6A-A0A8-13F8FD5F4B91}" destId="{9D680CC3-10D9-42F5-852B-D9D77F2C064C}" srcOrd="0" destOrd="0" presId="urn:microsoft.com/office/officeart/2008/layout/LinedList"/>
    <dgm:cxn modelId="{4D466BDE-27FA-4A6A-B560-B2FF2C56A6F8}" srcId="{5CC94D28-BB65-4E6A-A0A8-13F8FD5F4B91}" destId="{1AA17E63-66A4-405D-80FD-734E4DCD47BA}" srcOrd="1" destOrd="0" parTransId="{DDE69E09-5BBE-49E7-9251-5967E56BBDD2}" sibTransId="{27622425-6332-4639-8F6D-413C2CB036C1}"/>
    <dgm:cxn modelId="{E7378842-35A9-4533-BDEE-17F13D19B167}" type="presParOf" srcId="{9D680CC3-10D9-42F5-852B-D9D77F2C064C}" destId="{BCD7D101-6097-4456-B636-620865DAF8F5}" srcOrd="0" destOrd="0" presId="urn:microsoft.com/office/officeart/2008/layout/LinedList"/>
    <dgm:cxn modelId="{D9935367-09F3-4F93-9CB4-C9B793524F44}" type="presParOf" srcId="{9D680CC3-10D9-42F5-852B-D9D77F2C064C}" destId="{2F517E40-27BF-49B1-9862-ACE2B0F5F0EB}" srcOrd="1" destOrd="0" presId="urn:microsoft.com/office/officeart/2008/layout/LinedList"/>
    <dgm:cxn modelId="{30C82AEA-E247-4C5A-849D-85CC419B8B0C}" type="presParOf" srcId="{2F517E40-27BF-49B1-9862-ACE2B0F5F0EB}" destId="{95B9873C-1B63-4982-81AC-E68928246177}" srcOrd="0" destOrd="0" presId="urn:microsoft.com/office/officeart/2008/layout/LinedList"/>
    <dgm:cxn modelId="{3D090929-F8D6-454F-9BA0-A8B4F39061C6}" type="presParOf" srcId="{2F517E40-27BF-49B1-9862-ACE2B0F5F0EB}" destId="{64431F95-D582-4CF0-B6BB-B255FB9EDB28}" srcOrd="1" destOrd="0" presId="urn:microsoft.com/office/officeart/2008/layout/LinedList"/>
    <dgm:cxn modelId="{276CDF1E-916A-4949-806A-3BB5DA1E721A}" type="presParOf" srcId="{9D680CC3-10D9-42F5-852B-D9D77F2C064C}" destId="{B6487076-97E7-4B1A-B65B-74B9340B0587}" srcOrd="2" destOrd="0" presId="urn:microsoft.com/office/officeart/2008/layout/LinedList"/>
    <dgm:cxn modelId="{3DD8E0D3-4BCB-4002-81A1-B605E9A03CF5}" type="presParOf" srcId="{9D680CC3-10D9-42F5-852B-D9D77F2C064C}" destId="{0B7C1EB7-0EF3-44D6-AE86-797DC57C5DD3}" srcOrd="3" destOrd="0" presId="urn:microsoft.com/office/officeart/2008/layout/LinedList"/>
    <dgm:cxn modelId="{9833F4AC-A80E-40A0-A53F-AE7E64E32806}" type="presParOf" srcId="{0B7C1EB7-0EF3-44D6-AE86-797DC57C5DD3}" destId="{C4350DA3-7693-40E4-A40A-D0B54B55AA5A}" srcOrd="0" destOrd="0" presId="urn:microsoft.com/office/officeart/2008/layout/LinedList"/>
    <dgm:cxn modelId="{B4D5C839-168E-4B68-BA72-02B932B3656E}" type="presParOf" srcId="{0B7C1EB7-0EF3-44D6-AE86-797DC57C5DD3}" destId="{46661D52-6B13-424A-BBB3-0765FF66B83E}" srcOrd="1" destOrd="0" presId="urn:microsoft.com/office/officeart/2008/layout/LinedList"/>
    <dgm:cxn modelId="{6E194049-6376-4CA6-9A6B-789379E278D0}" type="presParOf" srcId="{9D680CC3-10D9-42F5-852B-D9D77F2C064C}" destId="{7149DC8D-1EEA-4F7D-8FFA-E67C3A5D68B5}" srcOrd="4" destOrd="0" presId="urn:microsoft.com/office/officeart/2008/layout/LinedList"/>
    <dgm:cxn modelId="{2499A1E1-B09C-482A-A297-BB0D6EEE83AA}" type="presParOf" srcId="{9D680CC3-10D9-42F5-852B-D9D77F2C064C}" destId="{76A4897F-F914-4F6C-A8E0-69842DACC4B8}" srcOrd="5" destOrd="0" presId="urn:microsoft.com/office/officeart/2008/layout/LinedList"/>
    <dgm:cxn modelId="{2C65F96F-FB52-455C-8C37-0A6A12AAF3F3}" type="presParOf" srcId="{76A4897F-F914-4F6C-A8E0-69842DACC4B8}" destId="{DC274680-C71F-401B-925A-A23E0D39CD06}" srcOrd="0" destOrd="0" presId="urn:microsoft.com/office/officeart/2008/layout/LinedList"/>
    <dgm:cxn modelId="{8E2664B8-F498-4F93-8FE5-762B2235FC52}" type="presParOf" srcId="{76A4897F-F914-4F6C-A8E0-69842DACC4B8}" destId="{7019B577-B27F-457D-BBDD-D0A652C65B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C3304B-6E71-4970-ADB4-58DFA5A6A8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119D40-A782-4980-8188-9FA5A97BA51C}">
      <dgm:prSet/>
      <dgm:spPr/>
      <dgm:t>
        <a:bodyPr/>
        <a:lstStyle/>
        <a:p>
          <a:r>
            <a:rPr lang="en-US"/>
            <a:t>• Responsiveness</a:t>
          </a:r>
        </a:p>
      </dgm:t>
    </dgm:pt>
    <dgm:pt modelId="{F4C68AAE-4EBB-4938-8FCA-B266B0D8E3D4}" type="parTrans" cxnId="{D10CEFA8-7FE4-486F-9321-18F934C91E0E}">
      <dgm:prSet/>
      <dgm:spPr/>
      <dgm:t>
        <a:bodyPr/>
        <a:lstStyle/>
        <a:p>
          <a:endParaRPr lang="en-US"/>
        </a:p>
      </dgm:t>
    </dgm:pt>
    <dgm:pt modelId="{741915CC-BC1D-4A26-A8D1-7F65A4B88957}" type="sibTrans" cxnId="{D10CEFA8-7FE4-486F-9321-18F934C91E0E}">
      <dgm:prSet/>
      <dgm:spPr/>
      <dgm:t>
        <a:bodyPr/>
        <a:lstStyle/>
        <a:p>
          <a:endParaRPr lang="en-US"/>
        </a:p>
      </dgm:t>
    </dgm:pt>
    <dgm:pt modelId="{29B597D8-1B80-4939-A2F2-0BC3311CC29D}">
      <dgm:prSet/>
      <dgm:spPr/>
      <dgm:t>
        <a:bodyPr/>
        <a:lstStyle/>
        <a:p>
          <a:r>
            <a:rPr lang="en-US"/>
            <a:t>• Resource sharing</a:t>
          </a:r>
        </a:p>
      </dgm:t>
    </dgm:pt>
    <dgm:pt modelId="{D374F3D6-099E-4B66-9B5C-2488776398FB}" type="parTrans" cxnId="{D8519188-3F3D-49B1-9EB1-F8B92AE2ACB6}">
      <dgm:prSet/>
      <dgm:spPr/>
      <dgm:t>
        <a:bodyPr/>
        <a:lstStyle/>
        <a:p>
          <a:endParaRPr lang="en-US"/>
        </a:p>
      </dgm:t>
    </dgm:pt>
    <dgm:pt modelId="{CE5EF09A-7612-48BD-8DE3-B15AE7D2423E}" type="sibTrans" cxnId="{D8519188-3F3D-49B1-9EB1-F8B92AE2ACB6}">
      <dgm:prSet/>
      <dgm:spPr/>
      <dgm:t>
        <a:bodyPr/>
        <a:lstStyle/>
        <a:p>
          <a:endParaRPr lang="en-US"/>
        </a:p>
      </dgm:t>
    </dgm:pt>
    <dgm:pt modelId="{AF869DE9-5578-4A1E-BCF3-2C19A87873E3}">
      <dgm:prSet/>
      <dgm:spPr/>
      <dgm:t>
        <a:bodyPr/>
        <a:lstStyle/>
        <a:p>
          <a:r>
            <a:rPr lang="en-US"/>
            <a:t>• Economy</a:t>
          </a:r>
        </a:p>
      </dgm:t>
    </dgm:pt>
    <dgm:pt modelId="{69758A5F-F58B-4E51-B650-2F6F6F8C3231}" type="parTrans" cxnId="{D1A0E919-F4DB-4DBC-BCDE-9E5C5C305A56}">
      <dgm:prSet/>
      <dgm:spPr/>
      <dgm:t>
        <a:bodyPr/>
        <a:lstStyle/>
        <a:p>
          <a:endParaRPr lang="en-US"/>
        </a:p>
      </dgm:t>
    </dgm:pt>
    <dgm:pt modelId="{36F79A75-7C2F-4F6A-BB88-19788F039CE4}" type="sibTrans" cxnId="{D1A0E919-F4DB-4DBC-BCDE-9E5C5C305A56}">
      <dgm:prSet/>
      <dgm:spPr/>
      <dgm:t>
        <a:bodyPr/>
        <a:lstStyle/>
        <a:p>
          <a:endParaRPr lang="en-US"/>
        </a:p>
      </dgm:t>
    </dgm:pt>
    <dgm:pt modelId="{BCAF2772-95AC-4747-91F1-C4D9C5B29FE0}">
      <dgm:prSet/>
      <dgm:spPr/>
      <dgm:t>
        <a:bodyPr/>
        <a:lstStyle/>
        <a:p>
          <a:r>
            <a:rPr lang="en-US"/>
            <a:t>• Scalability</a:t>
          </a:r>
        </a:p>
      </dgm:t>
    </dgm:pt>
    <dgm:pt modelId="{6420B7C0-F24B-40B2-86B7-56A49B68F5F8}" type="parTrans" cxnId="{53D46D12-0DE5-4568-A98B-6438B7E4D27B}">
      <dgm:prSet/>
      <dgm:spPr/>
      <dgm:t>
        <a:bodyPr/>
        <a:lstStyle/>
        <a:p>
          <a:endParaRPr lang="en-US"/>
        </a:p>
      </dgm:t>
    </dgm:pt>
    <dgm:pt modelId="{34CCC1CA-356B-4F68-93CA-5F4580F37D8E}" type="sibTrans" cxnId="{53D46D12-0DE5-4568-A98B-6438B7E4D27B}">
      <dgm:prSet/>
      <dgm:spPr/>
      <dgm:t>
        <a:bodyPr/>
        <a:lstStyle/>
        <a:p>
          <a:endParaRPr lang="en-US"/>
        </a:p>
      </dgm:t>
    </dgm:pt>
    <dgm:pt modelId="{0D5B61E7-C9C7-4FFA-A581-A5EF8AA911E5}">
      <dgm:prSet/>
      <dgm:spPr/>
      <dgm:t>
        <a:bodyPr/>
        <a:lstStyle/>
        <a:p>
          <a:r>
            <a:rPr lang="en-US"/>
            <a:t>Example: Web server handling multiple client requests simultaneously.</a:t>
          </a:r>
        </a:p>
      </dgm:t>
    </dgm:pt>
    <dgm:pt modelId="{26B22798-D4BE-4D76-8F35-51C0DE206002}" type="parTrans" cxnId="{E8EC1E2C-87F9-4AF2-B11A-0BC8EB05704F}">
      <dgm:prSet/>
      <dgm:spPr/>
      <dgm:t>
        <a:bodyPr/>
        <a:lstStyle/>
        <a:p>
          <a:endParaRPr lang="en-US"/>
        </a:p>
      </dgm:t>
    </dgm:pt>
    <dgm:pt modelId="{1171050F-F6EB-46E4-9078-491BB342BBBF}" type="sibTrans" cxnId="{E8EC1E2C-87F9-4AF2-B11A-0BC8EB05704F}">
      <dgm:prSet/>
      <dgm:spPr/>
      <dgm:t>
        <a:bodyPr/>
        <a:lstStyle/>
        <a:p>
          <a:endParaRPr lang="en-US"/>
        </a:p>
      </dgm:t>
    </dgm:pt>
    <dgm:pt modelId="{2787EE55-15AD-423E-B23B-649F27CE0D54}" type="pres">
      <dgm:prSet presAssocID="{50C3304B-6E71-4970-ADB4-58DFA5A6A83F}" presName="root" presStyleCnt="0">
        <dgm:presLayoutVars>
          <dgm:dir/>
          <dgm:resizeHandles val="exact"/>
        </dgm:presLayoutVars>
      </dgm:prSet>
      <dgm:spPr/>
    </dgm:pt>
    <dgm:pt modelId="{3363935F-7B2E-4155-B162-22315DD57A63}" type="pres">
      <dgm:prSet presAssocID="{EB119D40-A782-4980-8188-9FA5A97BA51C}" presName="compNode" presStyleCnt="0"/>
      <dgm:spPr/>
    </dgm:pt>
    <dgm:pt modelId="{22148F26-F4A6-4E26-B491-24ED937E4F5C}" type="pres">
      <dgm:prSet presAssocID="{EB119D40-A782-4980-8188-9FA5A97BA51C}" presName="bgRect" presStyleLbl="bgShp" presStyleIdx="0" presStyleCnt="5"/>
      <dgm:spPr/>
    </dgm:pt>
    <dgm:pt modelId="{8DB7BA20-BCBD-466D-AB00-32349A20C096}" type="pres">
      <dgm:prSet presAssocID="{EB119D40-A782-4980-8188-9FA5A97BA51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B13736D-A897-454C-B3AD-01FC8BBA0E09}" type="pres">
      <dgm:prSet presAssocID="{EB119D40-A782-4980-8188-9FA5A97BA51C}" presName="spaceRect" presStyleCnt="0"/>
      <dgm:spPr/>
    </dgm:pt>
    <dgm:pt modelId="{8AB4562E-D701-4778-95F1-BA291304DFBC}" type="pres">
      <dgm:prSet presAssocID="{EB119D40-A782-4980-8188-9FA5A97BA51C}" presName="parTx" presStyleLbl="revTx" presStyleIdx="0" presStyleCnt="5">
        <dgm:presLayoutVars>
          <dgm:chMax val="0"/>
          <dgm:chPref val="0"/>
        </dgm:presLayoutVars>
      </dgm:prSet>
      <dgm:spPr/>
    </dgm:pt>
    <dgm:pt modelId="{25188A66-8075-4711-9B1B-A9243C879A41}" type="pres">
      <dgm:prSet presAssocID="{741915CC-BC1D-4A26-A8D1-7F65A4B88957}" presName="sibTrans" presStyleCnt="0"/>
      <dgm:spPr/>
    </dgm:pt>
    <dgm:pt modelId="{58CD6A00-87E8-4DC1-8D3C-500F08C2C700}" type="pres">
      <dgm:prSet presAssocID="{29B597D8-1B80-4939-A2F2-0BC3311CC29D}" presName="compNode" presStyleCnt="0"/>
      <dgm:spPr/>
    </dgm:pt>
    <dgm:pt modelId="{27F641C4-9AEF-4EB7-83AF-C924CB761CFB}" type="pres">
      <dgm:prSet presAssocID="{29B597D8-1B80-4939-A2F2-0BC3311CC29D}" presName="bgRect" presStyleLbl="bgShp" presStyleIdx="1" presStyleCnt="5"/>
      <dgm:spPr/>
    </dgm:pt>
    <dgm:pt modelId="{CB6B08E6-F81C-4BD3-845B-E01C13C7D44A}" type="pres">
      <dgm:prSet presAssocID="{29B597D8-1B80-4939-A2F2-0BC3311CC29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91C49E93-E00E-4F55-8D23-B23E8E06F93B}" type="pres">
      <dgm:prSet presAssocID="{29B597D8-1B80-4939-A2F2-0BC3311CC29D}" presName="spaceRect" presStyleCnt="0"/>
      <dgm:spPr/>
    </dgm:pt>
    <dgm:pt modelId="{5ACDEE69-0AD0-4E11-AE09-1856EA027E4D}" type="pres">
      <dgm:prSet presAssocID="{29B597D8-1B80-4939-A2F2-0BC3311CC29D}" presName="parTx" presStyleLbl="revTx" presStyleIdx="1" presStyleCnt="5">
        <dgm:presLayoutVars>
          <dgm:chMax val="0"/>
          <dgm:chPref val="0"/>
        </dgm:presLayoutVars>
      </dgm:prSet>
      <dgm:spPr/>
    </dgm:pt>
    <dgm:pt modelId="{B2CC7DEC-9726-4E90-B9E3-BFF621F38B41}" type="pres">
      <dgm:prSet presAssocID="{CE5EF09A-7612-48BD-8DE3-B15AE7D2423E}" presName="sibTrans" presStyleCnt="0"/>
      <dgm:spPr/>
    </dgm:pt>
    <dgm:pt modelId="{7EBD419C-700A-45F1-8EDE-E8D3720DA391}" type="pres">
      <dgm:prSet presAssocID="{AF869DE9-5578-4A1E-BCF3-2C19A87873E3}" presName="compNode" presStyleCnt="0"/>
      <dgm:spPr/>
    </dgm:pt>
    <dgm:pt modelId="{F5EBDC17-6E38-4FAB-8A05-D22B8EC3CEF4}" type="pres">
      <dgm:prSet presAssocID="{AF869DE9-5578-4A1E-BCF3-2C19A87873E3}" presName="bgRect" presStyleLbl="bgShp" presStyleIdx="2" presStyleCnt="5"/>
      <dgm:spPr/>
    </dgm:pt>
    <dgm:pt modelId="{22760C76-FAFF-4A7E-949D-73CE5EC95EA0}" type="pres">
      <dgm:prSet presAssocID="{AF869DE9-5578-4A1E-BCF3-2C19A87873E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B9561CC-4598-4B1D-AA15-6413A3104A73}" type="pres">
      <dgm:prSet presAssocID="{AF869DE9-5578-4A1E-BCF3-2C19A87873E3}" presName="spaceRect" presStyleCnt="0"/>
      <dgm:spPr/>
    </dgm:pt>
    <dgm:pt modelId="{C17C0350-885D-4E9B-B844-0FF35DF2625F}" type="pres">
      <dgm:prSet presAssocID="{AF869DE9-5578-4A1E-BCF3-2C19A87873E3}" presName="parTx" presStyleLbl="revTx" presStyleIdx="2" presStyleCnt="5">
        <dgm:presLayoutVars>
          <dgm:chMax val="0"/>
          <dgm:chPref val="0"/>
        </dgm:presLayoutVars>
      </dgm:prSet>
      <dgm:spPr/>
    </dgm:pt>
    <dgm:pt modelId="{746E7555-B880-4E1F-AF05-7F42AE8CC868}" type="pres">
      <dgm:prSet presAssocID="{36F79A75-7C2F-4F6A-BB88-19788F039CE4}" presName="sibTrans" presStyleCnt="0"/>
      <dgm:spPr/>
    </dgm:pt>
    <dgm:pt modelId="{829FAD72-8B0F-4C26-BF29-39ACA6EDC9CF}" type="pres">
      <dgm:prSet presAssocID="{BCAF2772-95AC-4747-91F1-C4D9C5B29FE0}" presName="compNode" presStyleCnt="0"/>
      <dgm:spPr/>
    </dgm:pt>
    <dgm:pt modelId="{B80E59CA-A0A9-4372-B123-0FC8410D6E72}" type="pres">
      <dgm:prSet presAssocID="{BCAF2772-95AC-4747-91F1-C4D9C5B29FE0}" presName="bgRect" presStyleLbl="bgShp" presStyleIdx="3" presStyleCnt="5"/>
      <dgm:spPr/>
    </dgm:pt>
    <dgm:pt modelId="{28962292-226C-42E1-834C-3A6250741FD3}" type="pres">
      <dgm:prSet presAssocID="{BCAF2772-95AC-4747-91F1-C4D9C5B29FE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94841E8-8A56-427C-B591-9DD91ECD421C}" type="pres">
      <dgm:prSet presAssocID="{BCAF2772-95AC-4747-91F1-C4D9C5B29FE0}" presName="spaceRect" presStyleCnt="0"/>
      <dgm:spPr/>
    </dgm:pt>
    <dgm:pt modelId="{6EF1A1F7-0B3E-43C6-9605-360714824C6B}" type="pres">
      <dgm:prSet presAssocID="{BCAF2772-95AC-4747-91F1-C4D9C5B29FE0}" presName="parTx" presStyleLbl="revTx" presStyleIdx="3" presStyleCnt="5">
        <dgm:presLayoutVars>
          <dgm:chMax val="0"/>
          <dgm:chPref val="0"/>
        </dgm:presLayoutVars>
      </dgm:prSet>
      <dgm:spPr/>
    </dgm:pt>
    <dgm:pt modelId="{42216D88-3CCA-49C5-84E6-BA053D7BEEFA}" type="pres">
      <dgm:prSet presAssocID="{34CCC1CA-356B-4F68-93CA-5F4580F37D8E}" presName="sibTrans" presStyleCnt="0"/>
      <dgm:spPr/>
    </dgm:pt>
    <dgm:pt modelId="{92665AAC-CF2B-4574-81DB-1540F913F56E}" type="pres">
      <dgm:prSet presAssocID="{0D5B61E7-C9C7-4FFA-A581-A5EF8AA911E5}" presName="compNode" presStyleCnt="0"/>
      <dgm:spPr/>
    </dgm:pt>
    <dgm:pt modelId="{F3602DAD-7E6B-46D9-A416-2D3A0C1D6AA7}" type="pres">
      <dgm:prSet presAssocID="{0D5B61E7-C9C7-4FFA-A581-A5EF8AA911E5}" presName="bgRect" presStyleLbl="bgShp" presStyleIdx="4" presStyleCnt="5"/>
      <dgm:spPr/>
    </dgm:pt>
    <dgm:pt modelId="{21DD0097-6AA6-4F6D-8162-C0AC5253E568}" type="pres">
      <dgm:prSet presAssocID="{0D5B61E7-C9C7-4FFA-A581-A5EF8AA911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4BD70B2-40B9-4C15-AEF8-9F18E8C1AB26}" type="pres">
      <dgm:prSet presAssocID="{0D5B61E7-C9C7-4FFA-A581-A5EF8AA911E5}" presName="spaceRect" presStyleCnt="0"/>
      <dgm:spPr/>
    </dgm:pt>
    <dgm:pt modelId="{0095B97C-6617-454F-9E2B-ECF1BB08532E}" type="pres">
      <dgm:prSet presAssocID="{0D5B61E7-C9C7-4FFA-A581-A5EF8AA911E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3D46D12-0DE5-4568-A98B-6438B7E4D27B}" srcId="{50C3304B-6E71-4970-ADB4-58DFA5A6A83F}" destId="{BCAF2772-95AC-4747-91F1-C4D9C5B29FE0}" srcOrd="3" destOrd="0" parTransId="{6420B7C0-F24B-40B2-86B7-56A49B68F5F8}" sibTransId="{34CCC1CA-356B-4F68-93CA-5F4580F37D8E}"/>
    <dgm:cxn modelId="{D1A0E919-F4DB-4DBC-BCDE-9E5C5C305A56}" srcId="{50C3304B-6E71-4970-ADB4-58DFA5A6A83F}" destId="{AF869DE9-5578-4A1E-BCF3-2C19A87873E3}" srcOrd="2" destOrd="0" parTransId="{69758A5F-F58B-4E51-B650-2F6F6F8C3231}" sibTransId="{36F79A75-7C2F-4F6A-BB88-19788F039CE4}"/>
    <dgm:cxn modelId="{E8EC1E2C-87F9-4AF2-B11A-0BC8EB05704F}" srcId="{50C3304B-6E71-4970-ADB4-58DFA5A6A83F}" destId="{0D5B61E7-C9C7-4FFA-A581-A5EF8AA911E5}" srcOrd="4" destOrd="0" parTransId="{26B22798-D4BE-4D76-8F35-51C0DE206002}" sibTransId="{1171050F-F6EB-46E4-9078-491BB342BBBF}"/>
    <dgm:cxn modelId="{A1C00434-2065-4F28-8621-68AFF573F893}" type="presOf" srcId="{AF869DE9-5578-4A1E-BCF3-2C19A87873E3}" destId="{C17C0350-885D-4E9B-B844-0FF35DF2625F}" srcOrd="0" destOrd="0" presId="urn:microsoft.com/office/officeart/2018/2/layout/IconVerticalSolidList"/>
    <dgm:cxn modelId="{35CE7D81-31F8-479D-B2A9-DA7F5AB5C08A}" type="presOf" srcId="{0D5B61E7-C9C7-4FFA-A581-A5EF8AA911E5}" destId="{0095B97C-6617-454F-9E2B-ECF1BB08532E}" srcOrd="0" destOrd="0" presId="urn:microsoft.com/office/officeart/2018/2/layout/IconVerticalSolidList"/>
    <dgm:cxn modelId="{B1B79385-5AE5-4802-91DD-40DC39323FEA}" type="presOf" srcId="{BCAF2772-95AC-4747-91F1-C4D9C5B29FE0}" destId="{6EF1A1F7-0B3E-43C6-9605-360714824C6B}" srcOrd="0" destOrd="0" presId="urn:microsoft.com/office/officeart/2018/2/layout/IconVerticalSolidList"/>
    <dgm:cxn modelId="{D8519188-3F3D-49B1-9EB1-F8B92AE2ACB6}" srcId="{50C3304B-6E71-4970-ADB4-58DFA5A6A83F}" destId="{29B597D8-1B80-4939-A2F2-0BC3311CC29D}" srcOrd="1" destOrd="0" parTransId="{D374F3D6-099E-4B66-9B5C-2488776398FB}" sibTransId="{CE5EF09A-7612-48BD-8DE3-B15AE7D2423E}"/>
    <dgm:cxn modelId="{F90C90A2-AEB6-46C3-9F12-50C5EC9B0DCA}" type="presOf" srcId="{50C3304B-6E71-4970-ADB4-58DFA5A6A83F}" destId="{2787EE55-15AD-423E-B23B-649F27CE0D54}" srcOrd="0" destOrd="0" presId="urn:microsoft.com/office/officeart/2018/2/layout/IconVerticalSolidList"/>
    <dgm:cxn modelId="{D10CEFA8-7FE4-486F-9321-18F934C91E0E}" srcId="{50C3304B-6E71-4970-ADB4-58DFA5A6A83F}" destId="{EB119D40-A782-4980-8188-9FA5A97BA51C}" srcOrd="0" destOrd="0" parTransId="{F4C68AAE-4EBB-4938-8FCA-B266B0D8E3D4}" sibTransId="{741915CC-BC1D-4A26-A8D1-7F65A4B88957}"/>
    <dgm:cxn modelId="{DA85B1B8-0DC9-4D68-8FF6-B534CB2C24D4}" type="presOf" srcId="{EB119D40-A782-4980-8188-9FA5A97BA51C}" destId="{8AB4562E-D701-4778-95F1-BA291304DFBC}" srcOrd="0" destOrd="0" presId="urn:microsoft.com/office/officeart/2018/2/layout/IconVerticalSolidList"/>
    <dgm:cxn modelId="{3E3B44BE-35E2-42ED-8B20-25C0A6C2F99A}" type="presOf" srcId="{29B597D8-1B80-4939-A2F2-0BC3311CC29D}" destId="{5ACDEE69-0AD0-4E11-AE09-1856EA027E4D}" srcOrd="0" destOrd="0" presId="urn:microsoft.com/office/officeart/2018/2/layout/IconVerticalSolidList"/>
    <dgm:cxn modelId="{C827E43D-EF38-48C0-A223-F1C2449FB0EC}" type="presParOf" srcId="{2787EE55-15AD-423E-B23B-649F27CE0D54}" destId="{3363935F-7B2E-4155-B162-22315DD57A63}" srcOrd="0" destOrd="0" presId="urn:microsoft.com/office/officeart/2018/2/layout/IconVerticalSolidList"/>
    <dgm:cxn modelId="{09907FD4-8803-4C1C-B4C5-5591DD46B90F}" type="presParOf" srcId="{3363935F-7B2E-4155-B162-22315DD57A63}" destId="{22148F26-F4A6-4E26-B491-24ED937E4F5C}" srcOrd="0" destOrd="0" presId="urn:microsoft.com/office/officeart/2018/2/layout/IconVerticalSolidList"/>
    <dgm:cxn modelId="{80AE1E9D-3545-4B33-9D03-79CDAE1902E6}" type="presParOf" srcId="{3363935F-7B2E-4155-B162-22315DD57A63}" destId="{8DB7BA20-BCBD-466D-AB00-32349A20C096}" srcOrd="1" destOrd="0" presId="urn:microsoft.com/office/officeart/2018/2/layout/IconVerticalSolidList"/>
    <dgm:cxn modelId="{838A6356-1F76-4DB3-9DB5-F37B3DF5FA6D}" type="presParOf" srcId="{3363935F-7B2E-4155-B162-22315DD57A63}" destId="{5B13736D-A897-454C-B3AD-01FC8BBA0E09}" srcOrd="2" destOrd="0" presId="urn:microsoft.com/office/officeart/2018/2/layout/IconVerticalSolidList"/>
    <dgm:cxn modelId="{995B8186-162D-41C5-8E5D-B9F0809648FD}" type="presParOf" srcId="{3363935F-7B2E-4155-B162-22315DD57A63}" destId="{8AB4562E-D701-4778-95F1-BA291304DFBC}" srcOrd="3" destOrd="0" presId="urn:microsoft.com/office/officeart/2018/2/layout/IconVerticalSolidList"/>
    <dgm:cxn modelId="{C027DFF2-1D1C-4B66-B16D-3A6502DD1563}" type="presParOf" srcId="{2787EE55-15AD-423E-B23B-649F27CE0D54}" destId="{25188A66-8075-4711-9B1B-A9243C879A41}" srcOrd="1" destOrd="0" presId="urn:microsoft.com/office/officeart/2018/2/layout/IconVerticalSolidList"/>
    <dgm:cxn modelId="{AD067310-149E-42BA-BC34-4CC39A4C2094}" type="presParOf" srcId="{2787EE55-15AD-423E-B23B-649F27CE0D54}" destId="{58CD6A00-87E8-4DC1-8D3C-500F08C2C700}" srcOrd="2" destOrd="0" presId="urn:microsoft.com/office/officeart/2018/2/layout/IconVerticalSolidList"/>
    <dgm:cxn modelId="{09E9FD84-92D5-4281-88E6-5B664DA58913}" type="presParOf" srcId="{58CD6A00-87E8-4DC1-8D3C-500F08C2C700}" destId="{27F641C4-9AEF-4EB7-83AF-C924CB761CFB}" srcOrd="0" destOrd="0" presId="urn:microsoft.com/office/officeart/2018/2/layout/IconVerticalSolidList"/>
    <dgm:cxn modelId="{068075DD-A80D-42E9-8741-E267A043074B}" type="presParOf" srcId="{58CD6A00-87E8-4DC1-8D3C-500F08C2C700}" destId="{CB6B08E6-F81C-4BD3-845B-E01C13C7D44A}" srcOrd="1" destOrd="0" presId="urn:microsoft.com/office/officeart/2018/2/layout/IconVerticalSolidList"/>
    <dgm:cxn modelId="{592CEE62-0978-4E5F-A2F4-B03AABCE9A88}" type="presParOf" srcId="{58CD6A00-87E8-4DC1-8D3C-500F08C2C700}" destId="{91C49E93-E00E-4F55-8D23-B23E8E06F93B}" srcOrd="2" destOrd="0" presId="urn:microsoft.com/office/officeart/2018/2/layout/IconVerticalSolidList"/>
    <dgm:cxn modelId="{C87A0346-980C-4AF1-8600-D6789155541B}" type="presParOf" srcId="{58CD6A00-87E8-4DC1-8D3C-500F08C2C700}" destId="{5ACDEE69-0AD0-4E11-AE09-1856EA027E4D}" srcOrd="3" destOrd="0" presId="urn:microsoft.com/office/officeart/2018/2/layout/IconVerticalSolidList"/>
    <dgm:cxn modelId="{3DA13850-9E02-4231-84B3-B1BCEE6485BF}" type="presParOf" srcId="{2787EE55-15AD-423E-B23B-649F27CE0D54}" destId="{B2CC7DEC-9726-4E90-B9E3-BFF621F38B41}" srcOrd="3" destOrd="0" presId="urn:microsoft.com/office/officeart/2018/2/layout/IconVerticalSolidList"/>
    <dgm:cxn modelId="{773DDCFE-EE64-49CF-ACF6-2F01B19AF11B}" type="presParOf" srcId="{2787EE55-15AD-423E-B23B-649F27CE0D54}" destId="{7EBD419C-700A-45F1-8EDE-E8D3720DA391}" srcOrd="4" destOrd="0" presId="urn:microsoft.com/office/officeart/2018/2/layout/IconVerticalSolidList"/>
    <dgm:cxn modelId="{7F26B16F-77A1-4C94-8755-1BB8A048DC2A}" type="presParOf" srcId="{7EBD419C-700A-45F1-8EDE-E8D3720DA391}" destId="{F5EBDC17-6E38-4FAB-8A05-D22B8EC3CEF4}" srcOrd="0" destOrd="0" presId="urn:microsoft.com/office/officeart/2018/2/layout/IconVerticalSolidList"/>
    <dgm:cxn modelId="{260B17D6-CD17-46F2-9955-6517B00D28C5}" type="presParOf" srcId="{7EBD419C-700A-45F1-8EDE-E8D3720DA391}" destId="{22760C76-FAFF-4A7E-949D-73CE5EC95EA0}" srcOrd="1" destOrd="0" presId="urn:microsoft.com/office/officeart/2018/2/layout/IconVerticalSolidList"/>
    <dgm:cxn modelId="{F9E25134-291F-4A8D-B4B7-B7574F595E45}" type="presParOf" srcId="{7EBD419C-700A-45F1-8EDE-E8D3720DA391}" destId="{EB9561CC-4598-4B1D-AA15-6413A3104A73}" srcOrd="2" destOrd="0" presId="urn:microsoft.com/office/officeart/2018/2/layout/IconVerticalSolidList"/>
    <dgm:cxn modelId="{227811E6-C227-4FC1-9917-9374D8E7F1E4}" type="presParOf" srcId="{7EBD419C-700A-45F1-8EDE-E8D3720DA391}" destId="{C17C0350-885D-4E9B-B844-0FF35DF2625F}" srcOrd="3" destOrd="0" presId="urn:microsoft.com/office/officeart/2018/2/layout/IconVerticalSolidList"/>
    <dgm:cxn modelId="{07FAAD97-AA75-49F6-8D49-28D37EF3EEDA}" type="presParOf" srcId="{2787EE55-15AD-423E-B23B-649F27CE0D54}" destId="{746E7555-B880-4E1F-AF05-7F42AE8CC868}" srcOrd="5" destOrd="0" presId="urn:microsoft.com/office/officeart/2018/2/layout/IconVerticalSolidList"/>
    <dgm:cxn modelId="{54B3CCA2-CE89-43FE-B962-000ABCFB882F}" type="presParOf" srcId="{2787EE55-15AD-423E-B23B-649F27CE0D54}" destId="{829FAD72-8B0F-4C26-BF29-39ACA6EDC9CF}" srcOrd="6" destOrd="0" presId="urn:microsoft.com/office/officeart/2018/2/layout/IconVerticalSolidList"/>
    <dgm:cxn modelId="{D16937BB-E232-4B65-B1FA-A7B5216327A2}" type="presParOf" srcId="{829FAD72-8B0F-4C26-BF29-39ACA6EDC9CF}" destId="{B80E59CA-A0A9-4372-B123-0FC8410D6E72}" srcOrd="0" destOrd="0" presId="urn:microsoft.com/office/officeart/2018/2/layout/IconVerticalSolidList"/>
    <dgm:cxn modelId="{BB7F3733-4DFE-4BC9-B4CC-57F7209B48F5}" type="presParOf" srcId="{829FAD72-8B0F-4C26-BF29-39ACA6EDC9CF}" destId="{28962292-226C-42E1-834C-3A6250741FD3}" srcOrd="1" destOrd="0" presId="urn:microsoft.com/office/officeart/2018/2/layout/IconVerticalSolidList"/>
    <dgm:cxn modelId="{7A5317F9-7701-4F14-9A1E-C78C8A022472}" type="presParOf" srcId="{829FAD72-8B0F-4C26-BF29-39ACA6EDC9CF}" destId="{F94841E8-8A56-427C-B591-9DD91ECD421C}" srcOrd="2" destOrd="0" presId="urn:microsoft.com/office/officeart/2018/2/layout/IconVerticalSolidList"/>
    <dgm:cxn modelId="{475B65BE-6371-440F-8B78-A931FA56BE76}" type="presParOf" srcId="{829FAD72-8B0F-4C26-BF29-39ACA6EDC9CF}" destId="{6EF1A1F7-0B3E-43C6-9605-360714824C6B}" srcOrd="3" destOrd="0" presId="urn:microsoft.com/office/officeart/2018/2/layout/IconVerticalSolidList"/>
    <dgm:cxn modelId="{A16F2A31-208B-4E40-8783-DEF03C01B57C}" type="presParOf" srcId="{2787EE55-15AD-423E-B23B-649F27CE0D54}" destId="{42216D88-3CCA-49C5-84E6-BA053D7BEEFA}" srcOrd="7" destOrd="0" presId="urn:microsoft.com/office/officeart/2018/2/layout/IconVerticalSolidList"/>
    <dgm:cxn modelId="{FA237969-DDD7-45FC-BB2F-58AF1FBB56AE}" type="presParOf" srcId="{2787EE55-15AD-423E-B23B-649F27CE0D54}" destId="{92665AAC-CF2B-4574-81DB-1540F913F56E}" srcOrd="8" destOrd="0" presId="urn:microsoft.com/office/officeart/2018/2/layout/IconVerticalSolidList"/>
    <dgm:cxn modelId="{733EC14A-CA56-43C0-A9A6-0FE238BD84A1}" type="presParOf" srcId="{92665AAC-CF2B-4574-81DB-1540F913F56E}" destId="{F3602DAD-7E6B-46D9-A416-2D3A0C1D6AA7}" srcOrd="0" destOrd="0" presId="urn:microsoft.com/office/officeart/2018/2/layout/IconVerticalSolidList"/>
    <dgm:cxn modelId="{556B6F3B-E7A4-477C-82B8-BF644502C1F3}" type="presParOf" srcId="{92665AAC-CF2B-4574-81DB-1540F913F56E}" destId="{21DD0097-6AA6-4F6D-8162-C0AC5253E568}" srcOrd="1" destOrd="0" presId="urn:microsoft.com/office/officeart/2018/2/layout/IconVerticalSolidList"/>
    <dgm:cxn modelId="{8CE64A23-4453-4D13-A430-43A345547BA2}" type="presParOf" srcId="{92665AAC-CF2B-4574-81DB-1540F913F56E}" destId="{94BD70B2-40B9-4C15-AEF8-9F18E8C1AB26}" srcOrd="2" destOrd="0" presId="urn:microsoft.com/office/officeart/2018/2/layout/IconVerticalSolidList"/>
    <dgm:cxn modelId="{B9B314BD-AA97-4602-989E-C8464AABCA79}" type="presParOf" srcId="{92665AAC-CF2B-4574-81DB-1540F913F56E}" destId="{0095B97C-6617-454F-9E2B-ECF1BB0853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A3D0AB9-6C1D-4751-A2C0-4F056C81355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5ACCAB7-F0C9-4BE0-8625-5FD5BD011AC2}">
      <dgm:prSet/>
      <dgm:spPr/>
      <dgm:t>
        <a:bodyPr/>
        <a:lstStyle/>
        <a:p>
          <a:r>
            <a:rPr lang="en-US"/>
            <a:t>Thread ID, Stack, Program Counter, Registers, State, Priority.</a:t>
          </a:r>
        </a:p>
      </dgm:t>
    </dgm:pt>
    <dgm:pt modelId="{EC2BBD1C-CC16-4FCC-A447-E9A3E1560E7C}" type="parTrans" cxnId="{9AAD5B20-E588-4589-95DF-76C2E8E54C8A}">
      <dgm:prSet/>
      <dgm:spPr/>
      <dgm:t>
        <a:bodyPr/>
        <a:lstStyle/>
        <a:p>
          <a:endParaRPr lang="en-US"/>
        </a:p>
      </dgm:t>
    </dgm:pt>
    <dgm:pt modelId="{330533C8-8182-4B7F-A131-EE84B272B514}" type="sibTrans" cxnId="{9AAD5B20-E588-4589-95DF-76C2E8E54C8A}">
      <dgm:prSet/>
      <dgm:spPr/>
      <dgm:t>
        <a:bodyPr/>
        <a:lstStyle/>
        <a:p>
          <a:endParaRPr lang="en-US"/>
        </a:p>
      </dgm:t>
    </dgm:pt>
    <dgm:pt modelId="{8C2E76C7-30DD-43D9-A464-82BFC012703C}">
      <dgm:prSet/>
      <dgm:spPr/>
      <dgm:t>
        <a:bodyPr/>
        <a:lstStyle/>
        <a:p>
          <a:r>
            <a:rPr lang="en-US"/>
            <a:t>Threads can be preempted and scheduled independently.</a:t>
          </a:r>
        </a:p>
      </dgm:t>
    </dgm:pt>
    <dgm:pt modelId="{8CCD6AF1-0D7A-4E7C-A732-08D547D478D1}" type="parTrans" cxnId="{3D0F56E4-8EFC-4EF3-B29F-5A6BD1E4C225}">
      <dgm:prSet/>
      <dgm:spPr/>
      <dgm:t>
        <a:bodyPr/>
        <a:lstStyle/>
        <a:p>
          <a:endParaRPr lang="en-US"/>
        </a:p>
      </dgm:t>
    </dgm:pt>
    <dgm:pt modelId="{8FE7F11A-EFAC-47F3-A1DE-4BDC56766199}" type="sibTrans" cxnId="{3D0F56E4-8EFC-4EF3-B29F-5A6BD1E4C225}">
      <dgm:prSet/>
      <dgm:spPr/>
      <dgm:t>
        <a:bodyPr/>
        <a:lstStyle/>
        <a:p>
          <a:endParaRPr lang="en-US"/>
        </a:p>
      </dgm:t>
    </dgm:pt>
    <dgm:pt modelId="{8F0C921B-4D93-4B90-BFF4-9AEF588C0B53}" type="pres">
      <dgm:prSet presAssocID="{1A3D0AB9-6C1D-4751-A2C0-4F056C81355E}" presName="linear" presStyleCnt="0">
        <dgm:presLayoutVars>
          <dgm:animLvl val="lvl"/>
          <dgm:resizeHandles val="exact"/>
        </dgm:presLayoutVars>
      </dgm:prSet>
      <dgm:spPr/>
    </dgm:pt>
    <dgm:pt modelId="{DF01CE09-A16D-4AF6-957D-2BBD3BDB350A}" type="pres">
      <dgm:prSet presAssocID="{A5ACCAB7-F0C9-4BE0-8625-5FD5BD011AC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14A059B-118B-4F86-8244-ACA310BCE413}" type="pres">
      <dgm:prSet presAssocID="{330533C8-8182-4B7F-A131-EE84B272B514}" presName="spacer" presStyleCnt="0"/>
      <dgm:spPr/>
    </dgm:pt>
    <dgm:pt modelId="{72A65B67-E9F5-4305-9089-2CEC9A16691D}" type="pres">
      <dgm:prSet presAssocID="{8C2E76C7-30DD-43D9-A464-82BFC012703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AAD5B20-E588-4589-95DF-76C2E8E54C8A}" srcId="{1A3D0AB9-6C1D-4751-A2C0-4F056C81355E}" destId="{A5ACCAB7-F0C9-4BE0-8625-5FD5BD011AC2}" srcOrd="0" destOrd="0" parTransId="{EC2BBD1C-CC16-4FCC-A447-E9A3E1560E7C}" sibTransId="{330533C8-8182-4B7F-A131-EE84B272B514}"/>
    <dgm:cxn modelId="{C96BD32B-ECE3-4D63-BB22-1A17D5BCC28F}" type="presOf" srcId="{8C2E76C7-30DD-43D9-A464-82BFC012703C}" destId="{72A65B67-E9F5-4305-9089-2CEC9A16691D}" srcOrd="0" destOrd="0" presId="urn:microsoft.com/office/officeart/2005/8/layout/vList2"/>
    <dgm:cxn modelId="{CBFA39C4-E2BF-4519-AE96-A76C18E96662}" type="presOf" srcId="{A5ACCAB7-F0C9-4BE0-8625-5FD5BD011AC2}" destId="{DF01CE09-A16D-4AF6-957D-2BBD3BDB350A}" srcOrd="0" destOrd="0" presId="urn:microsoft.com/office/officeart/2005/8/layout/vList2"/>
    <dgm:cxn modelId="{3D0F56E4-8EFC-4EF3-B29F-5A6BD1E4C225}" srcId="{1A3D0AB9-6C1D-4751-A2C0-4F056C81355E}" destId="{8C2E76C7-30DD-43D9-A464-82BFC012703C}" srcOrd="1" destOrd="0" parTransId="{8CCD6AF1-0D7A-4E7C-A732-08D547D478D1}" sibTransId="{8FE7F11A-EFAC-47F3-A1DE-4BDC56766199}"/>
    <dgm:cxn modelId="{26C297ED-6CC7-49E1-9FF3-57F0F5A7BFAD}" type="presOf" srcId="{1A3D0AB9-6C1D-4751-A2C0-4F056C81355E}" destId="{8F0C921B-4D93-4B90-BFF4-9AEF588C0B53}" srcOrd="0" destOrd="0" presId="urn:microsoft.com/office/officeart/2005/8/layout/vList2"/>
    <dgm:cxn modelId="{0908C461-BE83-4DF9-8D42-DCE1318F0659}" type="presParOf" srcId="{8F0C921B-4D93-4B90-BFF4-9AEF588C0B53}" destId="{DF01CE09-A16D-4AF6-957D-2BBD3BDB350A}" srcOrd="0" destOrd="0" presId="urn:microsoft.com/office/officeart/2005/8/layout/vList2"/>
    <dgm:cxn modelId="{2E333EFC-28E9-44E1-A90A-9CB44FBF2126}" type="presParOf" srcId="{8F0C921B-4D93-4B90-BFF4-9AEF588C0B53}" destId="{414A059B-118B-4F86-8244-ACA310BCE413}" srcOrd="1" destOrd="0" presId="urn:microsoft.com/office/officeart/2005/8/layout/vList2"/>
    <dgm:cxn modelId="{FA29247F-2CF5-4FFD-8CBD-E9A77520BD8A}" type="presParOf" srcId="{8F0C921B-4D93-4B90-BFF4-9AEF588C0B53}" destId="{72A65B67-E9F5-4305-9089-2CEC9A16691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C951AE-B1D7-4E59-A39A-781514D02FF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3160A1-C7E5-4AD2-92C5-4F1BEAF6B9E8}">
      <dgm:prSet/>
      <dgm:spPr/>
      <dgm:t>
        <a:bodyPr/>
        <a:lstStyle/>
        <a:p>
          <a:r>
            <a:rPr lang="en-US"/>
            <a:t>States: New → Ready → Running → Waiting → Terminated</a:t>
          </a:r>
        </a:p>
      </dgm:t>
    </dgm:pt>
    <dgm:pt modelId="{AFEF0DE3-CA37-4800-8575-3028D926BC5C}" type="parTrans" cxnId="{9F6C7D05-7152-482D-AA97-2955B3FEAB35}">
      <dgm:prSet/>
      <dgm:spPr/>
      <dgm:t>
        <a:bodyPr/>
        <a:lstStyle/>
        <a:p>
          <a:endParaRPr lang="en-US"/>
        </a:p>
      </dgm:t>
    </dgm:pt>
    <dgm:pt modelId="{D48C1856-6298-4036-89C8-6D95C7122D37}" type="sibTrans" cxnId="{9F6C7D05-7152-482D-AA97-2955B3FEAB35}">
      <dgm:prSet/>
      <dgm:spPr/>
      <dgm:t>
        <a:bodyPr/>
        <a:lstStyle/>
        <a:p>
          <a:endParaRPr lang="en-US"/>
        </a:p>
      </dgm:t>
    </dgm:pt>
    <dgm:pt modelId="{D7F95A9C-7162-49F6-AD63-FE85033FDC9F}">
      <dgm:prSet/>
      <dgm:spPr/>
      <dgm:t>
        <a:bodyPr/>
        <a:lstStyle/>
        <a:p>
          <a:r>
            <a:rPr lang="en-US"/>
            <a:t>Each transition handled by scheduler or user library.</a:t>
          </a:r>
        </a:p>
      </dgm:t>
    </dgm:pt>
    <dgm:pt modelId="{88116CAE-EA09-4C7D-8DC3-45B0B2475769}" type="parTrans" cxnId="{D6A9F8BB-1260-44B9-9148-19805C730D32}">
      <dgm:prSet/>
      <dgm:spPr/>
      <dgm:t>
        <a:bodyPr/>
        <a:lstStyle/>
        <a:p>
          <a:endParaRPr lang="en-US"/>
        </a:p>
      </dgm:t>
    </dgm:pt>
    <dgm:pt modelId="{264DF04F-F22F-4CB1-8377-DA0395F6F8CF}" type="sibTrans" cxnId="{D6A9F8BB-1260-44B9-9148-19805C730D32}">
      <dgm:prSet/>
      <dgm:spPr/>
      <dgm:t>
        <a:bodyPr/>
        <a:lstStyle/>
        <a:p>
          <a:endParaRPr lang="en-US"/>
        </a:p>
      </dgm:t>
    </dgm:pt>
    <dgm:pt modelId="{EE28014A-1A3A-45AC-8686-0B5B50DCD399}" type="pres">
      <dgm:prSet presAssocID="{24C951AE-B1D7-4E59-A39A-781514D02FF9}" presName="linear" presStyleCnt="0">
        <dgm:presLayoutVars>
          <dgm:animLvl val="lvl"/>
          <dgm:resizeHandles val="exact"/>
        </dgm:presLayoutVars>
      </dgm:prSet>
      <dgm:spPr/>
    </dgm:pt>
    <dgm:pt modelId="{704FA44F-D8EB-4D53-8425-978E720FE6FA}" type="pres">
      <dgm:prSet presAssocID="{A33160A1-C7E5-4AD2-92C5-4F1BEAF6B9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5A1B757-869C-4D85-87EF-0D49B647C2B3}" type="pres">
      <dgm:prSet presAssocID="{D48C1856-6298-4036-89C8-6D95C7122D37}" presName="spacer" presStyleCnt="0"/>
      <dgm:spPr/>
    </dgm:pt>
    <dgm:pt modelId="{A4F7C44B-03FA-4D2A-88F2-9A48546CB151}" type="pres">
      <dgm:prSet presAssocID="{D7F95A9C-7162-49F6-AD63-FE85033FDC9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F6C7D05-7152-482D-AA97-2955B3FEAB35}" srcId="{24C951AE-B1D7-4E59-A39A-781514D02FF9}" destId="{A33160A1-C7E5-4AD2-92C5-4F1BEAF6B9E8}" srcOrd="0" destOrd="0" parTransId="{AFEF0DE3-CA37-4800-8575-3028D926BC5C}" sibTransId="{D48C1856-6298-4036-89C8-6D95C7122D37}"/>
    <dgm:cxn modelId="{D478C047-92E8-441D-AED5-B6860752AF75}" type="presOf" srcId="{A33160A1-C7E5-4AD2-92C5-4F1BEAF6B9E8}" destId="{704FA44F-D8EB-4D53-8425-978E720FE6FA}" srcOrd="0" destOrd="0" presId="urn:microsoft.com/office/officeart/2005/8/layout/vList2"/>
    <dgm:cxn modelId="{F49E7B7F-84F7-4373-A51B-68686BA7FA49}" type="presOf" srcId="{D7F95A9C-7162-49F6-AD63-FE85033FDC9F}" destId="{A4F7C44B-03FA-4D2A-88F2-9A48546CB151}" srcOrd="0" destOrd="0" presId="urn:microsoft.com/office/officeart/2005/8/layout/vList2"/>
    <dgm:cxn modelId="{16D1378C-D96C-4E41-B0A1-562956A9DADE}" type="presOf" srcId="{24C951AE-B1D7-4E59-A39A-781514D02FF9}" destId="{EE28014A-1A3A-45AC-8686-0B5B50DCD399}" srcOrd="0" destOrd="0" presId="urn:microsoft.com/office/officeart/2005/8/layout/vList2"/>
    <dgm:cxn modelId="{D6A9F8BB-1260-44B9-9148-19805C730D32}" srcId="{24C951AE-B1D7-4E59-A39A-781514D02FF9}" destId="{D7F95A9C-7162-49F6-AD63-FE85033FDC9F}" srcOrd="1" destOrd="0" parTransId="{88116CAE-EA09-4C7D-8DC3-45B0B2475769}" sibTransId="{264DF04F-F22F-4CB1-8377-DA0395F6F8CF}"/>
    <dgm:cxn modelId="{19C913BF-90BF-4ABF-9499-69BF89765F2D}" type="presParOf" srcId="{EE28014A-1A3A-45AC-8686-0B5B50DCD399}" destId="{704FA44F-D8EB-4D53-8425-978E720FE6FA}" srcOrd="0" destOrd="0" presId="urn:microsoft.com/office/officeart/2005/8/layout/vList2"/>
    <dgm:cxn modelId="{33592DEC-B59A-4352-821C-B21ABD2BC65A}" type="presParOf" srcId="{EE28014A-1A3A-45AC-8686-0B5B50DCD399}" destId="{D5A1B757-869C-4D85-87EF-0D49B647C2B3}" srcOrd="1" destOrd="0" presId="urn:microsoft.com/office/officeart/2005/8/layout/vList2"/>
    <dgm:cxn modelId="{05779E94-2E75-4A50-8F51-AC3D0F3B0BDE}" type="presParOf" srcId="{EE28014A-1A3A-45AC-8686-0B5B50DCD399}" destId="{A4F7C44B-03FA-4D2A-88F2-9A48546CB1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7AEC4B-E188-4ED9-8F97-3629400A9C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C3F93FF-3EC1-4DA4-825C-D9D0C1234973}">
      <dgm:prSet/>
      <dgm:spPr/>
      <dgm:t>
        <a:bodyPr/>
        <a:lstStyle/>
        <a:p>
          <a:r>
            <a:rPr lang="en-US"/>
            <a:t>Managed by user libraries.</a:t>
          </a:r>
        </a:p>
      </dgm:t>
    </dgm:pt>
    <dgm:pt modelId="{C4B3B9AF-483F-476E-A855-2947342A8500}" type="parTrans" cxnId="{2EF8E1B4-CDFB-40DE-9D4C-13A18E35A107}">
      <dgm:prSet/>
      <dgm:spPr/>
      <dgm:t>
        <a:bodyPr/>
        <a:lstStyle/>
        <a:p>
          <a:endParaRPr lang="en-US"/>
        </a:p>
      </dgm:t>
    </dgm:pt>
    <dgm:pt modelId="{E7147E5E-610B-41DE-977D-36F537706A4F}" type="sibTrans" cxnId="{2EF8E1B4-CDFB-40DE-9D4C-13A18E35A107}">
      <dgm:prSet/>
      <dgm:spPr/>
      <dgm:t>
        <a:bodyPr/>
        <a:lstStyle/>
        <a:p>
          <a:endParaRPr lang="en-US"/>
        </a:p>
      </dgm:t>
    </dgm:pt>
    <dgm:pt modelId="{1B00989D-B4CC-41A6-A2C3-D180C80EE1E3}">
      <dgm:prSet/>
      <dgm:spPr/>
      <dgm:t>
        <a:bodyPr/>
        <a:lstStyle/>
        <a:p>
          <a:r>
            <a:rPr lang="en-US"/>
            <a:t>Kernel unaware of threads.</a:t>
          </a:r>
        </a:p>
      </dgm:t>
    </dgm:pt>
    <dgm:pt modelId="{C467D7CD-892F-4442-8E58-6CB013E47AEC}" type="parTrans" cxnId="{4713B2EA-CDB7-4D11-98ED-4B279120D5F0}">
      <dgm:prSet/>
      <dgm:spPr/>
      <dgm:t>
        <a:bodyPr/>
        <a:lstStyle/>
        <a:p>
          <a:endParaRPr lang="en-US"/>
        </a:p>
      </dgm:t>
    </dgm:pt>
    <dgm:pt modelId="{3944343F-AB74-4932-9DC8-7C1BEAA0CCC9}" type="sibTrans" cxnId="{4713B2EA-CDB7-4D11-98ED-4B279120D5F0}">
      <dgm:prSet/>
      <dgm:spPr/>
      <dgm:t>
        <a:bodyPr/>
        <a:lstStyle/>
        <a:p>
          <a:endParaRPr lang="en-US"/>
        </a:p>
      </dgm:t>
    </dgm:pt>
    <dgm:pt modelId="{7BA61C43-AB46-4FB7-8919-770BA18E00A8}">
      <dgm:prSet/>
      <dgm:spPr/>
      <dgm:t>
        <a:bodyPr/>
        <a:lstStyle/>
        <a:p>
          <a:r>
            <a:rPr lang="en-US"/>
            <a:t>Fast switching, but if one thread blocks, all block.</a:t>
          </a:r>
        </a:p>
      </dgm:t>
    </dgm:pt>
    <dgm:pt modelId="{36F97CE0-94A5-4D07-9DE4-4B8B76C7D99A}" type="parTrans" cxnId="{E4A4B220-BC5F-4AF2-88A5-1060DF75AFA3}">
      <dgm:prSet/>
      <dgm:spPr/>
      <dgm:t>
        <a:bodyPr/>
        <a:lstStyle/>
        <a:p>
          <a:endParaRPr lang="en-US"/>
        </a:p>
      </dgm:t>
    </dgm:pt>
    <dgm:pt modelId="{DD3C065A-12D9-4412-86BC-273FB66958BA}" type="sibTrans" cxnId="{E4A4B220-BC5F-4AF2-88A5-1060DF75AFA3}">
      <dgm:prSet/>
      <dgm:spPr/>
      <dgm:t>
        <a:bodyPr/>
        <a:lstStyle/>
        <a:p>
          <a:endParaRPr lang="en-US"/>
        </a:p>
      </dgm:t>
    </dgm:pt>
    <dgm:pt modelId="{4F06C74B-005C-44ED-87E4-BBC50D20DAEB}" type="pres">
      <dgm:prSet presAssocID="{137AEC4B-E188-4ED9-8F97-3629400A9CB3}" presName="root" presStyleCnt="0">
        <dgm:presLayoutVars>
          <dgm:dir/>
          <dgm:resizeHandles val="exact"/>
        </dgm:presLayoutVars>
      </dgm:prSet>
      <dgm:spPr/>
    </dgm:pt>
    <dgm:pt modelId="{8BDF1193-7AC9-4F66-BCEA-49E926B399AF}" type="pres">
      <dgm:prSet presAssocID="{CC3F93FF-3EC1-4DA4-825C-D9D0C1234973}" presName="compNode" presStyleCnt="0"/>
      <dgm:spPr/>
    </dgm:pt>
    <dgm:pt modelId="{832CA987-0595-4C4D-A9A5-7AC7103C04E0}" type="pres">
      <dgm:prSet presAssocID="{CC3F93FF-3EC1-4DA4-825C-D9D0C1234973}" presName="bgRect" presStyleLbl="bgShp" presStyleIdx="0" presStyleCnt="3"/>
      <dgm:spPr/>
    </dgm:pt>
    <dgm:pt modelId="{0DB10D74-9E33-41AA-BC31-090E8845A1F2}" type="pres">
      <dgm:prSet presAssocID="{CC3F93FF-3EC1-4DA4-825C-D9D0C12349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B5896D55-A2FD-4939-BDAB-941B4C0179CC}" type="pres">
      <dgm:prSet presAssocID="{CC3F93FF-3EC1-4DA4-825C-D9D0C1234973}" presName="spaceRect" presStyleCnt="0"/>
      <dgm:spPr/>
    </dgm:pt>
    <dgm:pt modelId="{8477C8A8-D64C-4269-866A-35B54E806258}" type="pres">
      <dgm:prSet presAssocID="{CC3F93FF-3EC1-4DA4-825C-D9D0C1234973}" presName="parTx" presStyleLbl="revTx" presStyleIdx="0" presStyleCnt="3">
        <dgm:presLayoutVars>
          <dgm:chMax val="0"/>
          <dgm:chPref val="0"/>
        </dgm:presLayoutVars>
      </dgm:prSet>
      <dgm:spPr/>
    </dgm:pt>
    <dgm:pt modelId="{1B68D9C5-C6BF-466F-8FA8-69726D08F659}" type="pres">
      <dgm:prSet presAssocID="{E7147E5E-610B-41DE-977D-36F537706A4F}" presName="sibTrans" presStyleCnt="0"/>
      <dgm:spPr/>
    </dgm:pt>
    <dgm:pt modelId="{947051C6-513B-4404-8A1E-5CFDC30EBC04}" type="pres">
      <dgm:prSet presAssocID="{1B00989D-B4CC-41A6-A2C3-D180C80EE1E3}" presName="compNode" presStyleCnt="0"/>
      <dgm:spPr/>
    </dgm:pt>
    <dgm:pt modelId="{EE74BF04-540D-4A1A-BE96-9FE06524B6A6}" type="pres">
      <dgm:prSet presAssocID="{1B00989D-B4CC-41A6-A2C3-D180C80EE1E3}" presName="bgRect" presStyleLbl="bgShp" presStyleIdx="1" presStyleCnt="3"/>
      <dgm:spPr/>
    </dgm:pt>
    <dgm:pt modelId="{9441495F-0CAD-4939-BFEA-B4CC6804C3AE}" type="pres">
      <dgm:prSet presAssocID="{1B00989D-B4CC-41A6-A2C3-D180C80EE1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33D60A9A-4FFF-4E6F-9A80-000BCBB2B727}" type="pres">
      <dgm:prSet presAssocID="{1B00989D-B4CC-41A6-A2C3-D180C80EE1E3}" presName="spaceRect" presStyleCnt="0"/>
      <dgm:spPr/>
    </dgm:pt>
    <dgm:pt modelId="{FBF10873-82C5-4FA2-B8FF-9C49A2951482}" type="pres">
      <dgm:prSet presAssocID="{1B00989D-B4CC-41A6-A2C3-D180C80EE1E3}" presName="parTx" presStyleLbl="revTx" presStyleIdx="1" presStyleCnt="3">
        <dgm:presLayoutVars>
          <dgm:chMax val="0"/>
          <dgm:chPref val="0"/>
        </dgm:presLayoutVars>
      </dgm:prSet>
      <dgm:spPr/>
    </dgm:pt>
    <dgm:pt modelId="{8B33D595-6A92-4C7C-9B8D-7B3B6C8171DA}" type="pres">
      <dgm:prSet presAssocID="{3944343F-AB74-4932-9DC8-7C1BEAA0CCC9}" presName="sibTrans" presStyleCnt="0"/>
      <dgm:spPr/>
    </dgm:pt>
    <dgm:pt modelId="{982301AC-8439-45C1-A513-920E38AE517C}" type="pres">
      <dgm:prSet presAssocID="{7BA61C43-AB46-4FB7-8919-770BA18E00A8}" presName="compNode" presStyleCnt="0"/>
      <dgm:spPr/>
    </dgm:pt>
    <dgm:pt modelId="{841A8B92-FB9F-414A-9611-5AC5C9B88EE1}" type="pres">
      <dgm:prSet presAssocID="{7BA61C43-AB46-4FB7-8919-770BA18E00A8}" presName="bgRect" presStyleLbl="bgShp" presStyleIdx="2" presStyleCnt="3"/>
      <dgm:spPr/>
    </dgm:pt>
    <dgm:pt modelId="{7B905465-7450-414B-97F9-BE7CA50CF6A0}" type="pres">
      <dgm:prSet presAssocID="{7BA61C43-AB46-4FB7-8919-770BA18E00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1CD404B3-7200-4DDC-AC3D-376DC2EA56F3}" type="pres">
      <dgm:prSet presAssocID="{7BA61C43-AB46-4FB7-8919-770BA18E00A8}" presName="spaceRect" presStyleCnt="0"/>
      <dgm:spPr/>
    </dgm:pt>
    <dgm:pt modelId="{E488B98B-E4C4-4EBC-973A-6C6A0EF9996A}" type="pres">
      <dgm:prSet presAssocID="{7BA61C43-AB46-4FB7-8919-770BA18E00A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314FE1A-8B9E-4AB0-B146-2B6865403492}" type="presOf" srcId="{CC3F93FF-3EC1-4DA4-825C-D9D0C1234973}" destId="{8477C8A8-D64C-4269-866A-35B54E806258}" srcOrd="0" destOrd="0" presId="urn:microsoft.com/office/officeart/2018/2/layout/IconVerticalSolidList"/>
    <dgm:cxn modelId="{097D1F1C-6A19-45BD-9E03-51DAB842693D}" type="presOf" srcId="{137AEC4B-E188-4ED9-8F97-3629400A9CB3}" destId="{4F06C74B-005C-44ED-87E4-BBC50D20DAEB}" srcOrd="0" destOrd="0" presId="urn:microsoft.com/office/officeart/2018/2/layout/IconVerticalSolidList"/>
    <dgm:cxn modelId="{E4A4B220-BC5F-4AF2-88A5-1060DF75AFA3}" srcId="{137AEC4B-E188-4ED9-8F97-3629400A9CB3}" destId="{7BA61C43-AB46-4FB7-8919-770BA18E00A8}" srcOrd="2" destOrd="0" parTransId="{36F97CE0-94A5-4D07-9DE4-4B8B76C7D99A}" sibTransId="{DD3C065A-12D9-4412-86BC-273FB66958BA}"/>
    <dgm:cxn modelId="{3E102F69-65C0-4189-AF28-D84A13D920BE}" type="presOf" srcId="{1B00989D-B4CC-41A6-A2C3-D180C80EE1E3}" destId="{FBF10873-82C5-4FA2-B8FF-9C49A2951482}" srcOrd="0" destOrd="0" presId="urn:microsoft.com/office/officeart/2018/2/layout/IconVerticalSolidList"/>
    <dgm:cxn modelId="{2EF8E1B4-CDFB-40DE-9D4C-13A18E35A107}" srcId="{137AEC4B-E188-4ED9-8F97-3629400A9CB3}" destId="{CC3F93FF-3EC1-4DA4-825C-D9D0C1234973}" srcOrd="0" destOrd="0" parTransId="{C4B3B9AF-483F-476E-A855-2947342A8500}" sibTransId="{E7147E5E-610B-41DE-977D-36F537706A4F}"/>
    <dgm:cxn modelId="{5A38BDB6-FB8E-4FBD-9010-EC0A1CC3D672}" type="presOf" srcId="{7BA61C43-AB46-4FB7-8919-770BA18E00A8}" destId="{E488B98B-E4C4-4EBC-973A-6C6A0EF9996A}" srcOrd="0" destOrd="0" presId="urn:microsoft.com/office/officeart/2018/2/layout/IconVerticalSolidList"/>
    <dgm:cxn modelId="{4713B2EA-CDB7-4D11-98ED-4B279120D5F0}" srcId="{137AEC4B-E188-4ED9-8F97-3629400A9CB3}" destId="{1B00989D-B4CC-41A6-A2C3-D180C80EE1E3}" srcOrd="1" destOrd="0" parTransId="{C467D7CD-892F-4442-8E58-6CB013E47AEC}" sibTransId="{3944343F-AB74-4932-9DC8-7C1BEAA0CCC9}"/>
    <dgm:cxn modelId="{2EAD2F22-5756-4965-BDDC-F93FADD93444}" type="presParOf" srcId="{4F06C74B-005C-44ED-87E4-BBC50D20DAEB}" destId="{8BDF1193-7AC9-4F66-BCEA-49E926B399AF}" srcOrd="0" destOrd="0" presId="urn:microsoft.com/office/officeart/2018/2/layout/IconVerticalSolidList"/>
    <dgm:cxn modelId="{37ECA5F6-4462-4ADB-8B3D-FBCBAC311131}" type="presParOf" srcId="{8BDF1193-7AC9-4F66-BCEA-49E926B399AF}" destId="{832CA987-0595-4C4D-A9A5-7AC7103C04E0}" srcOrd="0" destOrd="0" presId="urn:microsoft.com/office/officeart/2018/2/layout/IconVerticalSolidList"/>
    <dgm:cxn modelId="{A9E5C064-E6F4-4EC8-A824-2EECB4F561EC}" type="presParOf" srcId="{8BDF1193-7AC9-4F66-BCEA-49E926B399AF}" destId="{0DB10D74-9E33-41AA-BC31-090E8845A1F2}" srcOrd="1" destOrd="0" presId="urn:microsoft.com/office/officeart/2018/2/layout/IconVerticalSolidList"/>
    <dgm:cxn modelId="{8AC3E985-9C13-4ED4-9083-D826C302F21A}" type="presParOf" srcId="{8BDF1193-7AC9-4F66-BCEA-49E926B399AF}" destId="{B5896D55-A2FD-4939-BDAB-941B4C0179CC}" srcOrd="2" destOrd="0" presId="urn:microsoft.com/office/officeart/2018/2/layout/IconVerticalSolidList"/>
    <dgm:cxn modelId="{A5B01F5D-8C63-49A2-B451-D661C77CB34F}" type="presParOf" srcId="{8BDF1193-7AC9-4F66-BCEA-49E926B399AF}" destId="{8477C8A8-D64C-4269-866A-35B54E806258}" srcOrd="3" destOrd="0" presId="urn:microsoft.com/office/officeart/2018/2/layout/IconVerticalSolidList"/>
    <dgm:cxn modelId="{A16B3FAE-B784-43D4-BF79-758C6EBF3FE0}" type="presParOf" srcId="{4F06C74B-005C-44ED-87E4-BBC50D20DAEB}" destId="{1B68D9C5-C6BF-466F-8FA8-69726D08F659}" srcOrd="1" destOrd="0" presId="urn:microsoft.com/office/officeart/2018/2/layout/IconVerticalSolidList"/>
    <dgm:cxn modelId="{D3D20BA2-B898-44E3-9C7F-06269737586F}" type="presParOf" srcId="{4F06C74B-005C-44ED-87E4-BBC50D20DAEB}" destId="{947051C6-513B-4404-8A1E-5CFDC30EBC04}" srcOrd="2" destOrd="0" presId="urn:microsoft.com/office/officeart/2018/2/layout/IconVerticalSolidList"/>
    <dgm:cxn modelId="{70D3C9EB-841B-48B2-8687-314225452E48}" type="presParOf" srcId="{947051C6-513B-4404-8A1E-5CFDC30EBC04}" destId="{EE74BF04-540D-4A1A-BE96-9FE06524B6A6}" srcOrd="0" destOrd="0" presId="urn:microsoft.com/office/officeart/2018/2/layout/IconVerticalSolidList"/>
    <dgm:cxn modelId="{B4EC2B40-5FD3-4B7C-A855-4F5D23B87706}" type="presParOf" srcId="{947051C6-513B-4404-8A1E-5CFDC30EBC04}" destId="{9441495F-0CAD-4939-BFEA-B4CC6804C3AE}" srcOrd="1" destOrd="0" presId="urn:microsoft.com/office/officeart/2018/2/layout/IconVerticalSolidList"/>
    <dgm:cxn modelId="{4326372F-9ACD-426E-9420-92BF41EB49E9}" type="presParOf" srcId="{947051C6-513B-4404-8A1E-5CFDC30EBC04}" destId="{33D60A9A-4FFF-4E6F-9A80-000BCBB2B727}" srcOrd="2" destOrd="0" presId="urn:microsoft.com/office/officeart/2018/2/layout/IconVerticalSolidList"/>
    <dgm:cxn modelId="{E8736332-BA0F-40C4-9A84-BCB11E2CF898}" type="presParOf" srcId="{947051C6-513B-4404-8A1E-5CFDC30EBC04}" destId="{FBF10873-82C5-4FA2-B8FF-9C49A2951482}" srcOrd="3" destOrd="0" presId="urn:microsoft.com/office/officeart/2018/2/layout/IconVerticalSolidList"/>
    <dgm:cxn modelId="{4249B537-4153-43BB-85C6-211AB3EB6008}" type="presParOf" srcId="{4F06C74B-005C-44ED-87E4-BBC50D20DAEB}" destId="{8B33D595-6A92-4C7C-9B8D-7B3B6C8171DA}" srcOrd="3" destOrd="0" presId="urn:microsoft.com/office/officeart/2018/2/layout/IconVerticalSolidList"/>
    <dgm:cxn modelId="{FD8528BA-8DF6-44F4-9E50-066FC566A8B3}" type="presParOf" srcId="{4F06C74B-005C-44ED-87E4-BBC50D20DAEB}" destId="{982301AC-8439-45C1-A513-920E38AE517C}" srcOrd="4" destOrd="0" presId="urn:microsoft.com/office/officeart/2018/2/layout/IconVerticalSolidList"/>
    <dgm:cxn modelId="{F76C747E-F63E-4A95-BFFE-E549444079D4}" type="presParOf" srcId="{982301AC-8439-45C1-A513-920E38AE517C}" destId="{841A8B92-FB9F-414A-9611-5AC5C9B88EE1}" srcOrd="0" destOrd="0" presId="urn:microsoft.com/office/officeart/2018/2/layout/IconVerticalSolidList"/>
    <dgm:cxn modelId="{F937FBB0-36D3-495B-B929-30119940A00E}" type="presParOf" srcId="{982301AC-8439-45C1-A513-920E38AE517C}" destId="{7B905465-7450-414B-97F9-BE7CA50CF6A0}" srcOrd="1" destOrd="0" presId="urn:microsoft.com/office/officeart/2018/2/layout/IconVerticalSolidList"/>
    <dgm:cxn modelId="{7EEEA83B-87BB-40E5-A511-C44CC5191B52}" type="presParOf" srcId="{982301AC-8439-45C1-A513-920E38AE517C}" destId="{1CD404B3-7200-4DDC-AC3D-376DC2EA56F3}" srcOrd="2" destOrd="0" presId="urn:microsoft.com/office/officeart/2018/2/layout/IconVerticalSolidList"/>
    <dgm:cxn modelId="{4BFDD6E6-1056-4C25-9DED-93EACDA06BB9}" type="presParOf" srcId="{982301AC-8439-45C1-A513-920E38AE517C}" destId="{E488B98B-E4C4-4EBC-973A-6C6A0EF999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C92003E-1944-4DE9-BEFD-39885B90B25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4858FC-CA56-4B34-92C1-8EEA20817B00}">
      <dgm:prSet/>
      <dgm:spPr/>
      <dgm:t>
        <a:bodyPr/>
        <a:lstStyle/>
        <a:p>
          <a:r>
            <a:rPr lang="en-US"/>
            <a:t>Managed by OS kernel.</a:t>
          </a:r>
        </a:p>
      </dgm:t>
    </dgm:pt>
    <dgm:pt modelId="{F0BD7686-E002-4534-9BE2-7B3C3BA83149}" type="parTrans" cxnId="{393F7B50-A38F-42CC-A258-006665D07B6B}">
      <dgm:prSet/>
      <dgm:spPr/>
      <dgm:t>
        <a:bodyPr/>
        <a:lstStyle/>
        <a:p>
          <a:endParaRPr lang="en-US"/>
        </a:p>
      </dgm:t>
    </dgm:pt>
    <dgm:pt modelId="{145FB475-AAA6-4C12-9D8C-49858FB70224}" type="sibTrans" cxnId="{393F7B50-A38F-42CC-A258-006665D07B6B}">
      <dgm:prSet/>
      <dgm:spPr/>
      <dgm:t>
        <a:bodyPr/>
        <a:lstStyle/>
        <a:p>
          <a:endParaRPr lang="en-US"/>
        </a:p>
      </dgm:t>
    </dgm:pt>
    <dgm:pt modelId="{6E9CAAC8-4076-45F0-BD55-6B921942C059}">
      <dgm:prSet/>
      <dgm:spPr/>
      <dgm:t>
        <a:bodyPr/>
        <a:lstStyle/>
        <a:p>
          <a:r>
            <a:rPr lang="en-US"/>
            <a:t>Each thread is independently scheduled.</a:t>
          </a:r>
        </a:p>
      </dgm:t>
    </dgm:pt>
    <dgm:pt modelId="{F046BDAE-8B49-4E72-B0CB-F24A91F415A1}" type="parTrans" cxnId="{4AEAC31C-CF62-4A87-BE7E-30A0DEDA9F5A}">
      <dgm:prSet/>
      <dgm:spPr/>
      <dgm:t>
        <a:bodyPr/>
        <a:lstStyle/>
        <a:p>
          <a:endParaRPr lang="en-US"/>
        </a:p>
      </dgm:t>
    </dgm:pt>
    <dgm:pt modelId="{EBF452B2-B016-4CE4-8A6A-D03E92D14EF2}" type="sibTrans" cxnId="{4AEAC31C-CF62-4A87-BE7E-30A0DEDA9F5A}">
      <dgm:prSet/>
      <dgm:spPr/>
      <dgm:t>
        <a:bodyPr/>
        <a:lstStyle/>
        <a:p>
          <a:endParaRPr lang="en-US"/>
        </a:p>
      </dgm:t>
    </dgm:pt>
    <dgm:pt modelId="{73D7BED8-012E-4378-A61E-604BC6B42F23}">
      <dgm:prSet/>
      <dgm:spPr/>
      <dgm:t>
        <a:bodyPr/>
        <a:lstStyle/>
        <a:p>
          <a:r>
            <a:rPr lang="en-US"/>
            <a:t>True concurrency, but higher overhead.</a:t>
          </a:r>
        </a:p>
      </dgm:t>
    </dgm:pt>
    <dgm:pt modelId="{CDF3F85F-2517-45AA-A077-62338BE458B7}" type="parTrans" cxnId="{4BC3ED62-197D-4FD9-80C1-389A6BAC4324}">
      <dgm:prSet/>
      <dgm:spPr/>
      <dgm:t>
        <a:bodyPr/>
        <a:lstStyle/>
        <a:p>
          <a:endParaRPr lang="en-US"/>
        </a:p>
      </dgm:t>
    </dgm:pt>
    <dgm:pt modelId="{7F83BD40-1943-42C7-B35D-8482E10EC6C1}" type="sibTrans" cxnId="{4BC3ED62-197D-4FD9-80C1-389A6BAC4324}">
      <dgm:prSet/>
      <dgm:spPr/>
      <dgm:t>
        <a:bodyPr/>
        <a:lstStyle/>
        <a:p>
          <a:endParaRPr lang="en-US"/>
        </a:p>
      </dgm:t>
    </dgm:pt>
    <dgm:pt modelId="{88E33AC6-7480-4B26-9593-B69859E2CD82}" type="pres">
      <dgm:prSet presAssocID="{8C92003E-1944-4DE9-BEFD-39885B90B25D}" presName="linear" presStyleCnt="0">
        <dgm:presLayoutVars>
          <dgm:animLvl val="lvl"/>
          <dgm:resizeHandles val="exact"/>
        </dgm:presLayoutVars>
      </dgm:prSet>
      <dgm:spPr/>
    </dgm:pt>
    <dgm:pt modelId="{57BC690C-0715-4FCB-AB44-D4D9CBBB6664}" type="pres">
      <dgm:prSet presAssocID="{9B4858FC-CA56-4B34-92C1-8EEA20817B0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50BC0B5-C7D6-4C34-B4EA-1115A6003648}" type="pres">
      <dgm:prSet presAssocID="{145FB475-AAA6-4C12-9D8C-49858FB70224}" presName="spacer" presStyleCnt="0"/>
      <dgm:spPr/>
    </dgm:pt>
    <dgm:pt modelId="{2F8FE4E3-8E6C-4B60-891B-57494AD00551}" type="pres">
      <dgm:prSet presAssocID="{6E9CAAC8-4076-45F0-BD55-6B921942C0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6389269-92EE-4209-B327-D599470181B0}" type="pres">
      <dgm:prSet presAssocID="{EBF452B2-B016-4CE4-8A6A-D03E92D14EF2}" presName="spacer" presStyleCnt="0"/>
      <dgm:spPr/>
    </dgm:pt>
    <dgm:pt modelId="{8A88250B-A902-4B17-AA69-3D7946E7286A}" type="pres">
      <dgm:prSet presAssocID="{73D7BED8-012E-4378-A61E-604BC6B42F2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7008706-A16D-4BEC-A7E7-82B0AD2E6425}" type="presOf" srcId="{9B4858FC-CA56-4B34-92C1-8EEA20817B00}" destId="{57BC690C-0715-4FCB-AB44-D4D9CBBB6664}" srcOrd="0" destOrd="0" presId="urn:microsoft.com/office/officeart/2005/8/layout/vList2"/>
    <dgm:cxn modelId="{4AEAC31C-CF62-4A87-BE7E-30A0DEDA9F5A}" srcId="{8C92003E-1944-4DE9-BEFD-39885B90B25D}" destId="{6E9CAAC8-4076-45F0-BD55-6B921942C059}" srcOrd="1" destOrd="0" parTransId="{F046BDAE-8B49-4E72-B0CB-F24A91F415A1}" sibTransId="{EBF452B2-B016-4CE4-8A6A-D03E92D14EF2}"/>
    <dgm:cxn modelId="{F615413A-C88F-41D8-BE10-44E4AB0EF99F}" type="presOf" srcId="{8C92003E-1944-4DE9-BEFD-39885B90B25D}" destId="{88E33AC6-7480-4B26-9593-B69859E2CD82}" srcOrd="0" destOrd="0" presId="urn:microsoft.com/office/officeart/2005/8/layout/vList2"/>
    <dgm:cxn modelId="{05960261-8B60-47AD-BD93-80D260107037}" type="presOf" srcId="{73D7BED8-012E-4378-A61E-604BC6B42F23}" destId="{8A88250B-A902-4B17-AA69-3D7946E7286A}" srcOrd="0" destOrd="0" presId="urn:microsoft.com/office/officeart/2005/8/layout/vList2"/>
    <dgm:cxn modelId="{3418C941-E52E-4D10-BA46-00917FBC5185}" type="presOf" srcId="{6E9CAAC8-4076-45F0-BD55-6B921942C059}" destId="{2F8FE4E3-8E6C-4B60-891B-57494AD00551}" srcOrd="0" destOrd="0" presId="urn:microsoft.com/office/officeart/2005/8/layout/vList2"/>
    <dgm:cxn modelId="{4BC3ED62-197D-4FD9-80C1-389A6BAC4324}" srcId="{8C92003E-1944-4DE9-BEFD-39885B90B25D}" destId="{73D7BED8-012E-4378-A61E-604BC6B42F23}" srcOrd="2" destOrd="0" parTransId="{CDF3F85F-2517-45AA-A077-62338BE458B7}" sibTransId="{7F83BD40-1943-42C7-B35D-8482E10EC6C1}"/>
    <dgm:cxn modelId="{393F7B50-A38F-42CC-A258-006665D07B6B}" srcId="{8C92003E-1944-4DE9-BEFD-39885B90B25D}" destId="{9B4858FC-CA56-4B34-92C1-8EEA20817B00}" srcOrd="0" destOrd="0" parTransId="{F0BD7686-E002-4534-9BE2-7B3C3BA83149}" sibTransId="{145FB475-AAA6-4C12-9D8C-49858FB70224}"/>
    <dgm:cxn modelId="{E262DEC5-BC1F-4B9E-825B-BC631DDF4221}" type="presParOf" srcId="{88E33AC6-7480-4B26-9593-B69859E2CD82}" destId="{57BC690C-0715-4FCB-AB44-D4D9CBBB6664}" srcOrd="0" destOrd="0" presId="urn:microsoft.com/office/officeart/2005/8/layout/vList2"/>
    <dgm:cxn modelId="{7AED2873-466E-46AB-971A-EBAE23004BDF}" type="presParOf" srcId="{88E33AC6-7480-4B26-9593-B69859E2CD82}" destId="{250BC0B5-C7D6-4C34-B4EA-1115A6003648}" srcOrd="1" destOrd="0" presId="urn:microsoft.com/office/officeart/2005/8/layout/vList2"/>
    <dgm:cxn modelId="{9674C2C4-0A25-4E1A-A4E5-98E6D61B478F}" type="presParOf" srcId="{88E33AC6-7480-4B26-9593-B69859E2CD82}" destId="{2F8FE4E3-8E6C-4B60-891B-57494AD00551}" srcOrd="2" destOrd="0" presId="urn:microsoft.com/office/officeart/2005/8/layout/vList2"/>
    <dgm:cxn modelId="{30DCFDCF-D30C-4A93-A95F-99864DF84B2B}" type="presParOf" srcId="{88E33AC6-7480-4B26-9593-B69859E2CD82}" destId="{D6389269-92EE-4209-B327-D599470181B0}" srcOrd="3" destOrd="0" presId="urn:microsoft.com/office/officeart/2005/8/layout/vList2"/>
    <dgm:cxn modelId="{F282DA48-93EE-40D8-82CF-322CF95128AC}" type="presParOf" srcId="{88E33AC6-7480-4B26-9593-B69859E2CD82}" destId="{8A88250B-A902-4B17-AA69-3D7946E7286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A32BF06-8699-431F-B651-3C88BBC3637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DF89BFA-171F-4D48-9A70-94EE2D1D0DB4}">
      <dgm:prSet/>
      <dgm:spPr/>
      <dgm:t>
        <a:bodyPr/>
        <a:lstStyle/>
        <a:p>
          <a:pPr>
            <a:defRPr cap="all"/>
          </a:pPr>
          <a:r>
            <a:rPr lang="en-US"/>
            <a:t>ULT: Fast, portable, but blocks all threads.</a:t>
          </a:r>
        </a:p>
      </dgm:t>
    </dgm:pt>
    <dgm:pt modelId="{6FE98169-0934-4A5A-94BF-B043EA612546}" type="parTrans" cxnId="{A838DD87-C42F-4F5F-9184-83E275BF3319}">
      <dgm:prSet/>
      <dgm:spPr/>
      <dgm:t>
        <a:bodyPr/>
        <a:lstStyle/>
        <a:p>
          <a:endParaRPr lang="en-US"/>
        </a:p>
      </dgm:t>
    </dgm:pt>
    <dgm:pt modelId="{0F0FF8C6-072A-4512-BAFC-44AACA28C55A}" type="sibTrans" cxnId="{A838DD87-C42F-4F5F-9184-83E275BF3319}">
      <dgm:prSet/>
      <dgm:spPr/>
      <dgm:t>
        <a:bodyPr/>
        <a:lstStyle/>
        <a:p>
          <a:endParaRPr lang="en-US"/>
        </a:p>
      </dgm:t>
    </dgm:pt>
    <dgm:pt modelId="{71765675-39CA-45CE-89BD-F044DF9A9D12}">
      <dgm:prSet/>
      <dgm:spPr/>
      <dgm:t>
        <a:bodyPr/>
        <a:lstStyle/>
        <a:p>
          <a:pPr>
            <a:defRPr cap="all"/>
          </a:pPr>
          <a:r>
            <a:rPr lang="en-US"/>
            <a:t>KLT: OS-managed, slower, true parallelism.</a:t>
          </a:r>
        </a:p>
      </dgm:t>
    </dgm:pt>
    <dgm:pt modelId="{96538377-79CC-4A7A-98BD-7F8EAC3E22A8}" type="parTrans" cxnId="{B7C47C0E-AF43-4ECF-A560-69B7C505C751}">
      <dgm:prSet/>
      <dgm:spPr/>
      <dgm:t>
        <a:bodyPr/>
        <a:lstStyle/>
        <a:p>
          <a:endParaRPr lang="en-US"/>
        </a:p>
      </dgm:t>
    </dgm:pt>
    <dgm:pt modelId="{9DC99840-15EE-440D-859B-F43481C2DEF9}" type="sibTrans" cxnId="{B7C47C0E-AF43-4ECF-A560-69B7C505C751}">
      <dgm:prSet/>
      <dgm:spPr/>
      <dgm:t>
        <a:bodyPr/>
        <a:lstStyle/>
        <a:p>
          <a:endParaRPr lang="en-US"/>
        </a:p>
      </dgm:t>
    </dgm:pt>
    <dgm:pt modelId="{292698A6-7D9B-4C9D-8294-0B1D5DFFB83B}" type="pres">
      <dgm:prSet presAssocID="{EA32BF06-8699-431F-B651-3C88BBC36375}" presName="root" presStyleCnt="0">
        <dgm:presLayoutVars>
          <dgm:dir/>
          <dgm:resizeHandles val="exact"/>
        </dgm:presLayoutVars>
      </dgm:prSet>
      <dgm:spPr/>
    </dgm:pt>
    <dgm:pt modelId="{B0CD7306-2A6D-41C0-A3E9-06BFAA8BF290}" type="pres">
      <dgm:prSet presAssocID="{3DF89BFA-171F-4D48-9A70-94EE2D1D0DB4}" presName="compNode" presStyleCnt="0"/>
      <dgm:spPr/>
    </dgm:pt>
    <dgm:pt modelId="{7181B2CF-3ACE-4199-953B-DFF01AE61C63}" type="pres">
      <dgm:prSet presAssocID="{3DF89BFA-171F-4D48-9A70-94EE2D1D0DB4}" presName="iconBgRect" presStyleLbl="bgShp" presStyleIdx="0" presStyleCnt="2"/>
      <dgm:spPr/>
    </dgm:pt>
    <dgm:pt modelId="{3084A2C9-5C15-4AF6-89A4-4D6C6953CFD1}" type="pres">
      <dgm:prSet presAssocID="{3DF89BFA-171F-4D48-9A70-94EE2D1D0DB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B171DEB2-D222-4BCF-8F28-91825D93A9B4}" type="pres">
      <dgm:prSet presAssocID="{3DF89BFA-171F-4D48-9A70-94EE2D1D0DB4}" presName="spaceRect" presStyleCnt="0"/>
      <dgm:spPr/>
    </dgm:pt>
    <dgm:pt modelId="{A5547C18-BEBF-4B1D-AA24-B96788656A2D}" type="pres">
      <dgm:prSet presAssocID="{3DF89BFA-171F-4D48-9A70-94EE2D1D0DB4}" presName="textRect" presStyleLbl="revTx" presStyleIdx="0" presStyleCnt="2">
        <dgm:presLayoutVars>
          <dgm:chMax val="1"/>
          <dgm:chPref val="1"/>
        </dgm:presLayoutVars>
      </dgm:prSet>
      <dgm:spPr/>
    </dgm:pt>
    <dgm:pt modelId="{75208160-578D-4D29-BC7E-2DCE801B006E}" type="pres">
      <dgm:prSet presAssocID="{0F0FF8C6-072A-4512-BAFC-44AACA28C55A}" presName="sibTrans" presStyleCnt="0"/>
      <dgm:spPr/>
    </dgm:pt>
    <dgm:pt modelId="{187C77DC-B0B7-4650-9DC5-D8379533718C}" type="pres">
      <dgm:prSet presAssocID="{71765675-39CA-45CE-89BD-F044DF9A9D12}" presName="compNode" presStyleCnt="0"/>
      <dgm:spPr/>
    </dgm:pt>
    <dgm:pt modelId="{3AEA4F96-55CF-49C0-BC55-E63134E041D1}" type="pres">
      <dgm:prSet presAssocID="{71765675-39CA-45CE-89BD-F044DF9A9D12}" presName="iconBgRect" presStyleLbl="bgShp" presStyleIdx="1" presStyleCnt="2"/>
      <dgm:spPr/>
    </dgm:pt>
    <dgm:pt modelId="{B9A2BAEF-84C3-42FD-9CB0-EAB4DA4F8570}" type="pres">
      <dgm:prSet presAssocID="{71765675-39CA-45CE-89BD-F044DF9A9D1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E8AE1092-EC11-40D9-AAE4-0B53754108DA}" type="pres">
      <dgm:prSet presAssocID="{71765675-39CA-45CE-89BD-F044DF9A9D12}" presName="spaceRect" presStyleCnt="0"/>
      <dgm:spPr/>
    </dgm:pt>
    <dgm:pt modelId="{C9B3D0D7-FC1C-444F-95DE-D1066C5FCE76}" type="pres">
      <dgm:prSet presAssocID="{71765675-39CA-45CE-89BD-F044DF9A9D1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7C47C0E-AF43-4ECF-A560-69B7C505C751}" srcId="{EA32BF06-8699-431F-B651-3C88BBC36375}" destId="{71765675-39CA-45CE-89BD-F044DF9A9D12}" srcOrd="1" destOrd="0" parTransId="{96538377-79CC-4A7A-98BD-7F8EAC3E22A8}" sibTransId="{9DC99840-15EE-440D-859B-F43481C2DEF9}"/>
    <dgm:cxn modelId="{A838DD87-C42F-4F5F-9184-83E275BF3319}" srcId="{EA32BF06-8699-431F-B651-3C88BBC36375}" destId="{3DF89BFA-171F-4D48-9A70-94EE2D1D0DB4}" srcOrd="0" destOrd="0" parTransId="{6FE98169-0934-4A5A-94BF-B043EA612546}" sibTransId="{0F0FF8C6-072A-4512-BAFC-44AACA28C55A}"/>
    <dgm:cxn modelId="{6601C7E6-A4EB-4841-BCF8-7CD145D6CDE2}" type="presOf" srcId="{3DF89BFA-171F-4D48-9A70-94EE2D1D0DB4}" destId="{A5547C18-BEBF-4B1D-AA24-B96788656A2D}" srcOrd="0" destOrd="0" presId="urn:microsoft.com/office/officeart/2018/5/layout/IconCircleLabelList"/>
    <dgm:cxn modelId="{605DCDF4-7838-44F5-8228-58BA30EE821C}" type="presOf" srcId="{71765675-39CA-45CE-89BD-F044DF9A9D12}" destId="{C9B3D0D7-FC1C-444F-95DE-D1066C5FCE76}" srcOrd="0" destOrd="0" presId="urn:microsoft.com/office/officeart/2018/5/layout/IconCircleLabelList"/>
    <dgm:cxn modelId="{000648FF-9A2F-4BAD-97EB-9423D8EE411D}" type="presOf" srcId="{EA32BF06-8699-431F-B651-3C88BBC36375}" destId="{292698A6-7D9B-4C9D-8294-0B1D5DFFB83B}" srcOrd="0" destOrd="0" presId="urn:microsoft.com/office/officeart/2018/5/layout/IconCircleLabelList"/>
    <dgm:cxn modelId="{4D50EA96-D669-4937-B133-3C1D2BDAB9FD}" type="presParOf" srcId="{292698A6-7D9B-4C9D-8294-0B1D5DFFB83B}" destId="{B0CD7306-2A6D-41C0-A3E9-06BFAA8BF290}" srcOrd="0" destOrd="0" presId="urn:microsoft.com/office/officeart/2018/5/layout/IconCircleLabelList"/>
    <dgm:cxn modelId="{B8F45DD1-B70F-4436-97C4-F217364B06C9}" type="presParOf" srcId="{B0CD7306-2A6D-41C0-A3E9-06BFAA8BF290}" destId="{7181B2CF-3ACE-4199-953B-DFF01AE61C63}" srcOrd="0" destOrd="0" presId="urn:microsoft.com/office/officeart/2018/5/layout/IconCircleLabelList"/>
    <dgm:cxn modelId="{3AE97F66-32CC-410C-8503-764B91560E81}" type="presParOf" srcId="{B0CD7306-2A6D-41C0-A3E9-06BFAA8BF290}" destId="{3084A2C9-5C15-4AF6-89A4-4D6C6953CFD1}" srcOrd="1" destOrd="0" presId="urn:microsoft.com/office/officeart/2018/5/layout/IconCircleLabelList"/>
    <dgm:cxn modelId="{CAD6F6DD-C5F4-4752-B776-C16D3183BAEE}" type="presParOf" srcId="{B0CD7306-2A6D-41C0-A3E9-06BFAA8BF290}" destId="{B171DEB2-D222-4BCF-8F28-91825D93A9B4}" srcOrd="2" destOrd="0" presId="urn:microsoft.com/office/officeart/2018/5/layout/IconCircleLabelList"/>
    <dgm:cxn modelId="{BC886744-AE79-4ABF-B506-3517ECE6180C}" type="presParOf" srcId="{B0CD7306-2A6D-41C0-A3E9-06BFAA8BF290}" destId="{A5547C18-BEBF-4B1D-AA24-B96788656A2D}" srcOrd="3" destOrd="0" presId="urn:microsoft.com/office/officeart/2018/5/layout/IconCircleLabelList"/>
    <dgm:cxn modelId="{EE81C441-E0DD-4323-ADC3-BF2ACFEA0C29}" type="presParOf" srcId="{292698A6-7D9B-4C9D-8294-0B1D5DFFB83B}" destId="{75208160-578D-4D29-BC7E-2DCE801B006E}" srcOrd="1" destOrd="0" presId="urn:microsoft.com/office/officeart/2018/5/layout/IconCircleLabelList"/>
    <dgm:cxn modelId="{99971D29-6F8B-4FFC-B9F9-01E87CEBC337}" type="presParOf" srcId="{292698A6-7D9B-4C9D-8294-0B1D5DFFB83B}" destId="{187C77DC-B0B7-4650-9DC5-D8379533718C}" srcOrd="2" destOrd="0" presId="urn:microsoft.com/office/officeart/2018/5/layout/IconCircleLabelList"/>
    <dgm:cxn modelId="{21268307-472D-4B3D-8423-CF9A32C1AA33}" type="presParOf" srcId="{187C77DC-B0B7-4650-9DC5-D8379533718C}" destId="{3AEA4F96-55CF-49C0-BC55-E63134E041D1}" srcOrd="0" destOrd="0" presId="urn:microsoft.com/office/officeart/2018/5/layout/IconCircleLabelList"/>
    <dgm:cxn modelId="{5C5D08F5-1730-4C73-B99B-18C62407E4F0}" type="presParOf" srcId="{187C77DC-B0B7-4650-9DC5-D8379533718C}" destId="{B9A2BAEF-84C3-42FD-9CB0-EAB4DA4F8570}" srcOrd="1" destOrd="0" presId="urn:microsoft.com/office/officeart/2018/5/layout/IconCircleLabelList"/>
    <dgm:cxn modelId="{E4DBB2D3-289B-477D-BDB9-1646AD0424BE}" type="presParOf" srcId="{187C77DC-B0B7-4650-9DC5-D8379533718C}" destId="{E8AE1092-EC11-40D9-AAE4-0B53754108DA}" srcOrd="2" destOrd="0" presId="urn:microsoft.com/office/officeart/2018/5/layout/IconCircleLabelList"/>
    <dgm:cxn modelId="{62B12E49-1871-48E0-AABF-2CD8790E04C9}" type="presParOf" srcId="{187C77DC-B0B7-4650-9DC5-D8379533718C}" destId="{C9B3D0D7-FC1C-444F-95DE-D1066C5FCE7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6608959-A12A-4D67-A5BA-DF0C2855D10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561631-4C53-4D81-9B53-0C0E502618D3}">
      <dgm:prSet/>
      <dgm:spPr/>
      <dgm:t>
        <a:bodyPr/>
        <a:lstStyle/>
        <a:p>
          <a:r>
            <a:rPr lang="en-US"/>
            <a:t>• Race conditions</a:t>
          </a:r>
        </a:p>
      </dgm:t>
    </dgm:pt>
    <dgm:pt modelId="{B2853B1A-A063-4867-9E8A-C9793D1DC289}" type="parTrans" cxnId="{BD57EEFC-01D5-4DA7-AE6F-51CE5FC5D822}">
      <dgm:prSet/>
      <dgm:spPr/>
      <dgm:t>
        <a:bodyPr/>
        <a:lstStyle/>
        <a:p>
          <a:endParaRPr lang="en-US"/>
        </a:p>
      </dgm:t>
    </dgm:pt>
    <dgm:pt modelId="{11DAC02F-9BA2-470E-BB46-D9231E24B847}" type="sibTrans" cxnId="{BD57EEFC-01D5-4DA7-AE6F-51CE5FC5D822}">
      <dgm:prSet/>
      <dgm:spPr/>
      <dgm:t>
        <a:bodyPr/>
        <a:lstStyle/>
        <a:p>
          <a:endParaRPr lang="en-US"/>
        </a:p>
      </dgm:t>
    </dgm:pt>
    <dgm:pt modelId="{CA602D1C-E951-413D-8FB7-E674FD3BB47E}">
      <dgm:prSet/>
      <dgm:spPr/>
      <dgm:t>
        <a:bodyPr/>
        <a:lstStyle/>
        <a:p>
          <a:r>
            <a:rPr lang="en-US"/>
            <a:t>• Critical sections</a:t>
          </a:r>
        </a:p>
      </dgm:t>
    </dgm:pt>
    <dgm:pt modelId="{A84D74AB-79B2-4080-B037-CB51262F2ACC}" type="parTrans" cxnId="{9C746AFB-377C-47F1-A0D4-58BFD62A2526}">
      <dgm:prSet/>
      <dgm:spPr/>
      <dgm:t>
        <a:bodyPr/>
        <a:lstStyle/>
        <a:p>
          <a:endParaRPr lang="en-US"/>
        </a:p>
      </dgm:t>
    </dgm:pt>
    <dgm:pt modelId="{03F0436F-4476-4157-912D-E2F817FB045B}" type="sibTrans" cxnId="{9C746AFB-377C-47F1-A0D4-58BFD62A2526}">
      <dgm:prSet/>
      <dgm:spPr/>
      <dgm:t>
        <a:bodyPr/>
        <a:lstStyle/>
        <a:p>
          <a:endParaRPr lang="en-US"/>
        </a:p>
      </dgm:t>
    </dgm:pt>
    <dgm:pt modelId="{1B0CC642-41BD-4A4B-BB45-D6C16FD2B2E6}">
      <dgm:prSet/>
      <dgm:spPr/>
      <dgm:t>
        <a:bodyPr/>
        <a:lstStyle/>
        <a:p>
          <a:r>
            <a:rPr lang="en-US"/>
            <a:t>• Tools: Mutex, Semaphores, Monitors</a:t>
          </a:r>
        </a:p>
      </dgm:t>
    </dgm:pt>
    <dgm:pt modelId="{3D5FEA88-541E-40A2-B606-2BD9D10509A3}" type="parTrans" cxnId="{8D430BB5-FE74-4F7A-AEA7-B6658B92162A}">
      <dgm:prSet/>
      <dgm:spPr/>
      <dgm:t>
        <a:bodyPr/>
        <a:lstStyle/>
        <a:p>
          <a:endParaRPr lang="en-US"/>
        </a:p>
      </dgm:t>
    </dgm:pt>
    <dgm:pt modelId="{D3525E53-1E68-43F8-8608-E36BC7355A8B}" type="sibTrans" cxnId="{8D430BB5-FE74-4F7A-AEA7-B6658B92162A}">
      <dgm:prSet/>
      <dgm:spPr/>
      <dgm:t>
        <a:bodyPr/>
        <a:lstStyle/>
        <a:p>
          <a:endParaRPr lang="en-US"/>
        </a:p>
      </dgm:t>
    </dgm:pt>
    <dgm:pt modelId="{8D6BDD8A-032F-4261-8923-7EF0D1105F1A}">
      <dgm:prSet/>
      <dgm:spPr/>
      <dgm:t>
        <a:bodyPr/>
        <a:lstStyle/>
        <a:p>
          <a:r>
            <a:rPr lang="en-US"/>
            <a:t>• Issues: Deadlocks, Starvation, Priority inversion</a:t>
          </a:r>
        </a:p>
      </dgm:t>
    </dgm:pt>
    <dgm:pt modelId="{D16B6100-C524-42E2-81D7-14456BB3C570}" type="parTrans" cxnId="{3C08415B-3BCC-467F-B6F6-93B951FC7BCA}">
      <dgm:prSet/>
      <dgm:spPr/>
      <dgm:t>
        <a:bodyPr/>
        <a:lstStyle/>
        <a:p>
          <a:endParaRPr lang="en-US"/>
        </a:p>
      </dgm:t>
    </dgm:pt>
    <dgm:pt modelId="{9E0DE412-A27F-4C06-B215-F76EF9804C3C}" type="sibTrans" cxnId="{3C08415B-3BCC-467F-B6F6-93B951FC7BCA}">
      <dgm:prSet/>
      <dgm:spPr/>
      <dgm:t>
        <a:bodyPr/>
        <a:lstStyle/>
        <a:p>
          <a:endParaRPr lang="en-US"/>
        </a:p>
      </dgm:t>
    </dgm:pt>
    <dgm:pt modelId="{CDD2E775-B03D-466F-8DAD-95B619CC24DD}" type="pres">
      <dgm:prSet presAssocID="{46608959-A12A-4D67-A5BA-DF0C2855D106}" presName="linear" presStyleCnt="0">
        <dgm:presLayoutVars>
          <dgm:animLvl val="lvl"/>
          <dgm:resizeHandles val="exact"/>
        </dgm:presLayoutVars>
      </dgm:prSet>
      <dgm:spPr/>
    </dgm:pt>
    <dgm:pt modelId="{527A8E16-1736-49CB-8681-0A26AE7C2EEA}" type="pres">
      <dgm:prSet presAssocID="{C8561631-4C53-4D81-9B53-0C0E502618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55ACBB6-7DC6-44DA-BF0C-DC1E8E33E2D5}" type="pres">
      <dgm:prSet presAssocID="{11DAC02F-9BA2-470E-BB46-D9231E24B847}" presName="spacer" presStyleCnt="0"/>
      <dgm:spPr/>
    </dgm:pt>
    <dgm:pt modelId="{9314D36B-85CB-4093-899A-918F58AF7EC0}" type="pres">
      <dgm:prSet presAssocID="{CA602D1C-E951-413D-8FB7-E674FD3BB4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644D4FC-291C-4FD2-A384-2F9A0C2C1590}" type="pres">
      <dgm:prSet presAssocID="{03F0436F-4476-4157-912D-E2F817FB045B}" presName="spacer" presStyleCnt="0"/>
      <dgm:spPr/>
    </dgm:pt>
    <dgm:pt modelId="{4235DD9D-5527-4D60-A3B4-7BE33A324BDF}" type="pres">
      <dgm:prSet presAssocID="{1B0CC642-41BD-4A4B-BB45-D6C16FD2B2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F7DACD-A32E-43D1-BBC7-15FFABD69141}" type="pres">
      <dgm:prSet presAssocID="{D3525E53-1E68-43F8-8608-E36BC7355A8B}" presName="spacer" presStyleCnt="0"/>
      <dgm:spPr/>
    </dgm:pt>
    <dgm:pt modelId="{94A022E2-1627-4BBE-8575-57DA5D86568F}" type="pres">
      <dgm:prSet presAssocID="{8D6BDD8A-032F-4261-8923-7EF0D1105F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611A40-3063-438B-98D7-8CC32BA6F06A}" type="presOf" srcId="{46608959-A12A-4D67-A5BA-DF0C2855D106}" destId="{CDD2E775-B03D-466F-8DAD-95B619CC24DD}" srcOrd="0" destOrd="0" presId="urn:microsoft.com/office/officeart/2005/8/layout/vList2"/>
    <dgm:cxn modelId="{3C08415B-3BCC-467F-B6F6-93B951FC7BCA}" srcId="{46608959-A12A-4D67-A5BA-DF0C2855D106}" destId="{8D6BDD8A-032F-4261-8923-7EF0D1105F1A}" srcOrd="3" destOrd="0" parTransId="{D16B6100-C524-42E2-81D7-14456BB3C570}" sibTransId="{9E0DE412-A27F-4C06-B215-F76EF9804C3C}"/>
    <dgm:cxn modelId="{35614A81-E798-4E9D-988B-9270F5D6E502}" type="presOf" srcId="{C8561631-4C53-4D81-9B53-0C0E502618D3}" destId="{527A8E16-1736-49CB-8681-0A26AE7C2EEA}" srcOrd="0" destOrd="0" presId="urn:microsoft.com/office/officeart/2005/8/layout/vList2"/>
    <dgm:cxn modelId="{1DCF6DAE-4E2F-4E83-9A60-2C6556E6FFFF}" type="presOf" srcId="{CA602D1C-E951-413D-8FB7-E674FD3BB47E}" destId="{9314D36B-85CB-4093-899A-918F58AF7EC0}" srcOrd="0" destOrd="0" presId="urn:microsoft.com/office/officeart/2005/8/layout/vList2"/>
    <dgm:cxn modelId="{8D430BB5-FE74-4F7A-AEA7-B6658B92162A}" srcId="{46608959-A12A-4D67-A5BA-DF0C2855D106}" destId="{1B0CC642-41BD-4A4B-BB45-D6C16FD2B2E6}" srcOrd="2" destOrd="0" parTransId="{3D5FEA88-541E-40A2-B606-2BD9D10509A3}" sibTransId="{D3525E53-1E68-43F8-8608-E36BC7355A8B}"/>
    <dgm:cxn modelId="{9E5EE5CB-79D1-443F-9A90-8A916B8A7D62}" type="presOf" srcId="{8D6BDD8A-032F-4261-8923-7EF0D1105F1A}" destId="{94A022E2-1627-4BBE-8575-57DA5D86568F}" srcOrd="0" destOrd="0" presId="urn:microsoft.com/office/officeart/2005/8/layout/vList2"/>
    <dgm:cxn modelId="{E73C29F7-A29D-43F7-9A6C-F5301022BE0B}" type="presOf" srcId="{1B0CC642-41BD-4A4B-BB45-D6C16FD2B2E6}" destId="{4235DD9D-5527-4D60-A3B4-7BE33A324BDF}" srcOrd="0" destOrd="0" presId="urn:microsoft.com/office/officeart/2005/8/layout/vList2"/>
    <dgm:cxn modelId="{9C746AFB-377C-47F1-A0D4-58BFD62A2526}" srcId="{46608959-A12A-4D67-A5BA-DF0C2855D106}" destId="{CA602D1C-E951-413D-8FB7-E674FD3BB47E}" srcOrd="1" destOrd="0" parTransId="{A84D74AB-79B2-4080-B037-CB51262F2ACC}" sibTransId="{03F0436F-4476-4157-912D-E2F817FB045B}"/>
    <dgm:cxn modelId="{BD57EEFC-01D5-4DA7-AE6F-51CE5FC5D822}" srcId="{46608959-A12A-4D67-A5BA-DF0C2855D106}" destId="{C8561631-4C53-4D81-9B53-0C0E502618D3}" srcOrd="0" destOrd="0" parTransId="{B2853B1A-A063-4867-9E8A-C9793D1DC289}" sibTransId="{11DAC02F-9BA2-470E-BB46-D9231E24B847}"/>
    <dgm:cxn modelId="{1C80ACFA-6CAD-47AD-9E3C-451DB01C11D4}" type="presParOf" srcId="{CDD2E775-B03D-466F-8DAD-95B619CC24DD}" destId="{527A8E16-1736-49CB-8681-0A26AE7C2EEA}" srcOrd="0" destOrd="0" presId="urn:microsoft.com/office/officeart/2005/8/layout/vList2"/>
    <dgm:cxn modelId="{B18AFB15-3025-4F1A-B3E1-4D04AF9F1537}" type="presParOf" srcId="{CDD2E775-B03D-466F-8DAD-95B619CC24DD}" destId="{E55ACBB6-7DC6-44DA-BF0C-DC1E8E33E2D5}" srcOrd="1" destOrd="0" presId="urn:microsoft.com/office/officeart/2005/8/layout/vList2"/>
    <dgm:cxn modelId="{36593CC3-3C2A-468E-9FF9-DE001852CCB5}" type="presParOf" srcId="{CDD2E775-B03D-466F-8DAD-95B619CC24DD}" destId="{9314D36B-85CB-4093-899A-918F58AF7EC0}" srcOrd="2" destOrd="0" presId="urn:microsoft.com/office/officeart/2005/8/layout/vList2"/>
    <dgm:cxn modelId="{81CC7E0A-05B9-4E42-81A8-8D96E2194CD3}" type="presParOf" srcId="{CDD2E775-B03D-466F-8DAD-95B619CC24DD}" destId="{6644D4FC-291C-4FD2-A384-2F9A0C2C1590}" srcOrd="3" destOrd="0" presId="urn:microsoft.com/office/officeart/2005/8/layout/vList2"/>
    <dgm:cxn modelId="{6292E8DF-A250-467F-8DD4-4353B69665C5}" type="presParOf" srcId="{CDD2E775-B03D-466F-8DAD-95B619CC24DD}" destId="{4235DD9D-5527-4D60-A3B4-7BE33A324BDF}" srcOrd="4" destOrd="0" presId="urn:microsoft.com/office/officeart/2005/8/layout/vList2"/>
    <dgm:cxn modelId="{B4F3BB7B-19E8-4319-B73E-482FDE534CED}" type="presParOf" srcId="{CDD2E775-B03D-466F-8DAD-95B619CC24DD}" destId="{05F7DACD-A32E-43D1-BBC7-15FFABD69141}" srcOrd="5" destOrd="0" presId="urn:microsoft.com/office/officeart/2005/8/layout/vList2"/>
    <dgm:cxn modelId="{CDF5CB88-B547-4AB1-BDEA-4B80A1AA9E69}" type="presParOf" srcId="{CDD2E775-B03D-466F-8DAD-95B619CC24DD}" destId="{94A022E2-1627-4BBE-8575-57DA5D86568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B64B9E7-6506-4519-84C9-E8F2F676DC7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7FB643-00BB-4BAC-96AF-B222EEA30E49}">
      <dgm:prSet/>
      <dgm:spPr/>
      <dgm:t>
        <a:bodyPr/>
        <a:lstStyle/>
        <a:p>
          <a:r>
            <a:rPr lang="en-US"/>
            <a:t>• Web servers – multiple clients</a:t>
          </a:r>
        </a:p>
      </dgm:t>
    </dgm:pt>
    <dgm:pt modelId="{622B9CA9-3AF2-4AC4-986F-67FADDFEC048}" type="parTrans" cxnId="{B26F79B8-3E1E-4F98-A8C9-3702804C58A3}">
      <dgm:prSet/>
      <dgm:spPr/>
      <dgm:t>
        <a:bodyPr/>
        <a:lstStyle/>
        <a:p>
          <a:endParaRPr lang="en-US"/>
        </a:p>
      </dgm:t>
    </dgm:pt>
    <dgm:pt modelId="{19970095-C7F8-4151-BF8A-3EA93326AB72}" type="sibTrans" cxnId="{B26F79B8-3E1E-4F98-A8C9-3702804C58A3}">
      <dgm:prSet/>
      <dgm:spPr/>
      <dgm:t>
        <a:bodyPr/>
        <a:lstStyle/>
        <a:p>
          <a:endParaRPr lang="en-US"/>
        </a:p>
      </dgm:t>
    </dgm:pt>
    <dgm:pt modelId="{4C91F390-8ECC-49D4-BDEE-D7421513F695}">
      <dgm:prSet/>
      <dgm:spPr/>
      <dgm:t>
        <a:bodyPr/>
        <a:lstStyle/>
        <a:p>
          <a:r>
            <a:rPr lang="en-US"/>
            <a:t>• Multimedia – concurrent playback</a:t>
          </a:r>
        </a:p>
      </dgm:t>
    </dgm:pt>
    <dgm:pt modelId="{9CFE8F42-3608-4AE1-9E77-9D0120175555}" type="parTrans" cxnId="{02DAC117-E43B-4A5A-BC65-9F89292C8523}">
      <dgm:prSet/>
      <dgm:spPr/>
      <dgm:t>
        <a:bodyPr/>
        <a:lstStyle/>
        <a:p>
          <a:endParaRPr lang="en-US"/>
        </a:p>
      </dgm:t>
    </dgm:pt>
    <dgm:pt modelId="{365E742D-12CE-48AB-BEB2-0E12737846C3}" type="sibTrans" cxnId="{02DAC117-E43B-4A5A-BC65-9F89292C8523}">
      <dgm:prSet/>
      <dgm:spPr/>
      <dgm:t>
        <a:bodyPr/>
        <a:lstStyle/>
        <a:p>
          <a:endParaRPr lang="en-US"/>
        </a:p>
      </dgm:t>
    </dgm:pt>
    <dgm:pt modelId="{FDCEA2F7-FF86-4A68-90BB-43809EABE7DB}">
      <dgm:prSet/>
      <dgm:spPr/>
      <dgm:t>
        <a:bodyPr/>
        <a:lstStyle/>
        <a:p>
          <a:r>
            <a:rPr lang="en-US"/>
            <a:t>• Games – rendering, AI</a:t>
          </a:r>
        </a:p>
      </dgm:t>
    </dgm:pt>
    <dgm:pt modelId="{7E615D38-8379-4609-A9CA-EFC94BBFE9EF}" type="parTrans" cxnId="{8DB93162-6940-407A-8E2F-84FF189B27C3}">
      <dgm:prSet/>
      <dgm:spPr/>
      <dgm:t>
        <a:bodyPr/>
        <a:lstStyle/>
        <a:p>
          <a:endParaRPr lang="en-US"/>
        </a:p>
      </dgm:t>
    </dgm:pt>
    <dgm:pt modelId="{552E260D-9C07-4459-AAE8-6159823335FE}" type="sibTrans" cxnId="{8DB93162-6940-407A-8E2F-84FF189B27C3}">
      <dgm:prSet/>
      <dgm:spPr/>
      <dgm:t>
        <a:bodyPr/>
        <a:lstStyle/>
        <a:p>
          <a:endParaRPr lang="en-US"/>
        </a:p>
      </dgm:t>
    </dgm:pt>
    <dgm:pt modelId="{501F32EE-5B1C-41D2-B993-C065CC8A1A37}">
      <dgm:prSet/>
      <dgm:spPr/>
      <dgm:t>
        <a:bodyPr/>
        <a:lstStyle/>
        <a:p>
          <a:r>
            <a:rPr lang="en-US"/>
            <a:t>• OS services – background daemons</a:t>
          </a:r>
        </a:p>
      </dgm:t>
    </dgm:pt>
    <dgm:pt modelId="{E64D4E9F-B073-4890-87A5-174D781D1ABA}" type="parTrans" cxnId="{97CFCDB6-923A-4193-807A-6E54D16D3874}">
      <dgm:prSet/>
      <dgm:spPr/>
      <dgm:t>
        <a:bodyPr/>
        <a:lstStyle/>
        <a:p>
          <a:endParaRPr lang="en-US"/>
        </a:p>
      </dgm:t>
    </dgm:pt>
    <dgm:pt modelId="{9D7F604A-C63B-48DD-96B3-B30C49AB4256}" type="sibTrans" cxnId="{97CFCDB6-923A-4193-807A-6E54D16D3874}">
      <dgm:prSet/>
      <dgm:spPr/>
      <dgm:t>
        <a:bodyPr/>
        <a:lstStyle/>
        <a:p>
          <a:endParaRPr lang="en-US"/>
        </a:p>
      </dgm:t>
    </dgm:pt>
    <dgm:pt modelId="{7F9ADD72-C9D8-4AC7-9610-4E14E402BD3A}" type="pres">
      <dgm:prSet presAssocID="{3B64B9E7-6506-4519-84C9-E8F2F676DC77}" presName="linear" presStyleCnt="0">
        <dgm:presLayoutVars>
          <dgm:animLvl val="lvl"/>
          <dgm:resizeHandles val="exact"/>
        </dgm:presLayoutVars>
      </dgm:prSet>
      <dgm:spPr/>
    </dgm:pt>
    <dgm:pt modelId="{97AEDDD8-49E1-4E17-9E42-B50D0EECDC9C}" type="pres">
      <dgm:prSet presAssocID="{5F7FB643-00BB-4BAC-96AF-B222EEA30E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D021DA-B40E-46A5-9E9B-8230BC84C9C4}" type="pres">
      <dgm:prSet presAssocID="{19970095-C7F8-4151-BF8A-3EA93326AB72}" presName="spacer" presStyleCnt="0"/>
      <dgm:spPr/>
    </dgm:pt>
    <dgm:pt modelId="{6C9F8872-81CF-420A-B0BC-77DAF070F45B}" type="pres">
      <dgm:prSet presAssocID="{4C91F390-8ECC-49D4-BDEE-D7421513F6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CE35A7-9EF8-476E-8F2E-FAB4E65228E4}" type="pres">
      <dgm:prSet presAssocID="{365E742D-12CE-48AB-BEB2-0E12737846C3}" presName="spacer" presStyleCnt="0"/>
      <dgm:spPr/>
    </dgm:pt>
    <dgm:pt modelId="{D5B2CCC3-80CB-4278-8A20-1960C3DD4816}" type="pres">
      <dgm:prSet presAssocID="{FDCEA2F7-FF86-4A68-90BB-43809EABE7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04076B-88E9-4011-BEF7-BB2C5982FAA6}" type="pres">
      <dgm:prSet presAssocID="{552E260D-9C07-4459-AAE8-6159823335FE}" presName="spacer" presStyleCnt="0"/>
      <dgm:spPr/>
    </dgm:pt>
    <dgm:pt modelId="{D8ACA3D9-272E-4FF8-B364-88D014009422}" type="pres">
      <dgm:prSet presAssocID="{501F32EE-5B1C-41D2-B993-C065CC8A1A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A0EB0F-9D79-4D75-BABD-3D91BC41A54F}" type="presOf" srcId="{3B64B9E7-6506-4519-84C9-E8F2F676DC77}" destId="{7F9ADD72-C9D8-4AC7-9610-4E14E402BD3A}" srcOrd="0" destOrd="0" presId="urn:microsoft.com/office/officeart/2005/8/layout/vList2"/>
    <dgm:cxn modelId="{02DAC117-E43B-4A5A-BC65-9F89292C8523}" srcId="{3B64B9E7-6506-4519-84C9-E8F2F676DC77}" destId="{4C91F390-8ECC-49D4-BDEE-D7421513F695}" srcOrd="1" destOrd="0" parTransId="{9CFE8F42-3608-4AE1-9E77-9D0120175555}" sibTransId="{365E742D-12CE-48AB-BEB2-0E12737846C3}"/>
    <dgm:cxn modelId="{8DB93162-6940-407A-8E2F-84FF189B27C3}" srcId="{3B64B9E7-6506-4519-84C9-E8F2F676DC77}" destId="{FDCEA2F7-FF86-4A68-90BB-43809EABE7DB}" srcOrd="2" destOrd="0" parTransId="{7E615D38-8379-4609-A9CA-EFC94BBFE9EF}" sibTransId="{552E260D-9C07-4459-AAE8-6159823335FE}"/>
    <dgm:cxn modelId="{641EF054-9D0A-4E93-B67D-B454C82C3261}" type="presOf" srcId="{5F7FB643-00BB-4BAC-96AF-B222EEA30E49}" destId="{97AEDDD8-49E1-4E17-9E42-B50D0EECDC9C}" srcOrd="0" destOrd="0" presId="urn:microsoft.com/office/officeart/2005/8/layout/vList2"/>
    <dgm:cxn modelId="{6C02737F-3E74-4EC1-A380-C63408C66A57}" type="presOf" srcId="{4C91F390-8ECC-49D4-BDEE-D7421513F695}" destId="{6C9F8872-81CF-420A-B0BC-77DAF070F45B}" srcOrd="0" destOrd="0" presId="urn:microsoft.com/office/officeart/2005/8/layout/vList2"/>
    <dgm:cxn modelId="{70021B88-BF17-44A9-BC7A-9F9CBA1A97FB}" type="presOf" srcId="{501F32EE-5B1C-41D2-B993-C065CC8A1A37}" destId="{D8ACA3D9-272E-4FF8-B364-88D014009422}" srcOrd="0" destOrd="0" presId="urn:microsoft.com/office/officeart/2005/8/layout/vList2"/>
    <dgm:cxn modelId="{97CFCDB6-923A-4193-807A-6E54D16D3874}" srcId="{3B64B9E7-6506-4519-84C9-E8F2F676DC77}" destId="{501F32EE-5B1C-41D2-B993-C065CC8A1A37}" srcOrd="3" destOrd="0" parTransId="{E64D4E9F-B073-4890-87A5-174D781D1ABA}" sibTransId="{9D7F604A-C63B-48DD-96B3-B30C49AB4256}"/>
    <dgm:cxn modelId="{B26F79B8-3E1E-4F98-A8C9-3702804C58A3}" srcId="{3B64B9E7-6506-4519-84C9-E8F2F676DC77}" destId="{5F7FB643-00BB-4BAC-96AF-B222EEA30E49}" srcOrd="0" destOrd="0" parTransId="{622B9CA9-3AF2-4AC4-986F-67FADDFEC048}" sibTransId="{19970095-C7F8-4151-BF8A-3EA93326AB72}"/>
    <dgm:cxn modelId="{05760DD1-48EF-495A-82A2-4EEF0C4C6C5D}" type="presOf" srcId="{FDCEA2F7-FF86-4A68-90BB-43809EABE7DB}" destId="{D5B2CCC3-80CB-4278-8A20-1960C3DD4816}" srcOrd="0" destOrd="0" presId="urn:microsoft.com/office/officeart/2005/8/layout/vList2"/>
    <dgm:cxn modelId="{70E487F9-9149-47FF-9D49-F39B6218ECE5}" type="presParOf" srcId="{7F9ADD72-C9D8-4AC7-9610-4E14E402BD3A}" destId="{97AEDDD8-49E1-4E17-9E42-B50D0EECDC9C}" srcOrd="0" destOrd="0" presId="urn:microsoft.com/office/officeart/2005/8/layout/vList2"/>
    <dgm:cxn modelId="{48F38518-6460-4C7B-9201-8466E8BF8943}" type="presParOf" srcId="{7F9ADD72-C9D8-4AC7-9610-4E14E402BD3A}" destId="{F7D021DA-B40E-46A5-9E9B-8230BC84C9C4}" srcOrd="1" destOrd="0" presId="urn:microsoft.com/office/officeart/2005/8/layout/vList2"/>
    <dgm:cxn modelId="{BB0509F7-7878-445F-9EE1-5471A671CAE6}" type="presParOf" srcId="{7F9ADD72-C9D8-4AC7-9610-4E14E402BD3A}" destId="{6C9F8872-81CF-420A-B0BC-77DAF070F45B}" srcOrd="2" destOrd="0" presId="urn:microsoft.com/office/officeart/2005/8/layout/vList2"/>
    <dgm:cxn modelId="{2F3B451E-ABBB-4524-9680-DD4454A55FC6}" type="presParOf" srcId="{7F9ADD72-C9D8-4AC7-9610-4E14E402BD3A}" destId="{74CE35A7-9EF8-476E-8F2E-FAB4E65228E4}" srcOrd="3" destOrd="0" presId="urn:microsoft.com/office/officeart/2005/8/layout/vList2"/>
    <dgm:cxn modelId="{91BF8A17-7EBC-4BF2-BA34-1C2E7D24014B}" type="presParOf" srcId="{7F9ADD72-C9D8-4AC7-9610-4E14E402BD3A}" destId="{D5B2CCC3-80CB-4278-8A20-1960C3DD4816}" srcOrd="4" destOrd="0" presId="urn:microsoft.com/office/officeart/2005/8/layout/vList2"/>
    <dgm:cxn modelId="{30263DC9-DC9E-4FA2-A291-9A0BCF5466CA}" type="presParOf" srcId="{7F9ADD72-C9D8-4AC7-9610-4E14E402BD3A}" destId="{2504076B-88E9-4011-BEF7-BB2C5982FAA6}" srcOrd="5" destOrd="0" presId="urn:microsoft.com/office/officeart/2005/8/layout/vList2"/>
    <dgm:cxn modelId="{357DD460-C190-4D27-A2FC-7ECF950B0DD3}" type="presParOf" srcId="{7F9ADD72-C9D8-4AC7-9610-4E14E402BD3A}" destId="{D8ACA3D9-272E-4FF8-B364-88D0140094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7BB6D-CADF-4AC6-8BF0-76F5250A542D}">
      <dsp:nvSpPr>
        <dsp:cNvPr id="0" name=""/>
        <dsp:cNvSpPr/>
      </dsp:nvSpPr>
      <dsp:spPr>
        <a:xfrm>
          <a:off x="0" y="411"/>
          <a:ext cx="34948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ABE1AF-1607-498C-9DE7-80EF0373336A}">
      <dsp:nvSpPr>
        <dsp:cNvPr id="0" name=""/>
        <dsp:cNvSpPr/>
      </dsp:nvSpPr>
      <dsp:spPr>
        <a:xfrm>
          <a:off x="0" y="411"/>
          <a:ext cx="3494817" cy="674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Processes are heavy; threads are lightweight execution units.</a:t>
          </a:r>
        </a:p>
      </dsp:txBody>
      <dsp:txXfrm>
        <a:off x="0" y="411"/>
        <a:ext cx="3494817" cy="674662"/>
      </dsp:txXfrm>
    </dsp:sp>
    <dsp:sp modelId="{9837A226-FB7E-486D-9180-D629FE83D532}">
      <dsp:nvSpPr>
        <dsp:cNvPr id="0" name=""/>
        <dsp:cNvSpPr/>
      </dsp:nvSpPr>
      <dsp:spPr>
        <a:xfrm>
          <a:off x="0" y="675074"/>
          <a:ext cx="34948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CD99314-545A-4889-BE23-48ED4F7F02F8}">
      <dsp:nvSpPr>
        <dsp:cNvPr id="0" name=""/>
        <dsp:cNvSpPr/>
      </dsp:nvSpPr>
      <dsp:spPr>
        <a:xfrm>
          <a:off x="0" y="675074"/>
          <a:ext cx="3494817" cy="674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Faster context switching</a:t>
          </a:r>
        </a:p>
      </dsp:txBody>
      <dsp:txXfrm>
        <a:off x="0" y="675074"/>
        <a:ext cx="3494817" cy="674662"/>
      </dsp:txXfrm>
    </dsp:sp>
    <dsp:sp modelId="{0F1DA0E8-9EA3-4203-A9E9-97E33ABBE0E8}">
      <dsp:nvSpPr>
        <dsp:cNvPr id="0" name=""/>
        <dsp:cNvSpPr/>
      </dsp:nvSpPr>
      <dsp:spPr>
        <a:xfrm>
          <a:off x="0" y="1349737"/>
          <a:ext cx="34948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D185EBE-1145-46FA-BFAA-148952FA367F}">
      <dsp:nvSpPr>
        <dsp:cNvPr id="0" name=""/>
        <dsp:cNvSpPr/>
      </dsp:nvSpPr>
      <dsp:spPr>
        <a:xfrm>
          <a:off x="0" y="1349737"/>
          <a:ext cx="3494817" cy="674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Better CPU utilization</a:t>
          </a:r>
        </a:p>
      </dsp:txBody>
      <dsp:txXfrm>
        <a:off x="0" y="1349737"/>
        <a:ext cx="3494817" cy="674662"/>
      </dsp:txXfrm>
    </dsp:sp>
    <dsp:sp modelId="{25F2E80F-AE83-46DE-BBEB-9EDBDD6A8734}">
      <dsp:nvSpPr>
        <dsp:cNvPr id="0" name=""/>
        <dsp:cNvSpPr/>
      </dsp:nvSpPr>
      <dsp:spPr>
        <a:xfrm>
          <a:off x="0" y="2024399"/>
          <a:ext cx="34948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4C4C468-172A-4306-8ADF-0DBD9F508541}">
      <dsp:nvSpPr>
        <dsp:cNvPr id="0" name=""/>
        <dsp:cNvSpPr/>
      </dsp:nvSpPr>
      <dsp:spPr>
        <a:xfrm>
          <a:off x="0" y="2024399"/>
          <a:ext cx="3494817" cy="674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Responsive applications</a:t>
          </a:r>
        </a:p>
      </dsp:txBody>
      <dsp:txXfrm>
        <a:off x="0" y="2024399"/>
        <a:ext cx="3494817" cy="674662"/>
      </dsp:txXfrm>
    </dsp:sp>
    <dsp:sp modelId="{ECB7B75A-81BF-454A-82D7-A0E69BF8AFE5}">
      <dsp:nvSpPr>
        <dsp:cNvPr id="0" name=""/>
        <dsp:cNvSpPr/>
      </dsp:nvSpPr>
      <dsp:spPr>
        <a:xfrm>
          <a:off x="0" y="2699062"/>
          <a:ext cx="34948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A867CE-8B20-4BA5-9FA4-4B2AE5069CAA}">
      <dsp:nvSpPr>
        <dsp:cNvPr id="0" name=""/>
        <dsp:cNvSpPr/>
      </dsp:nvSpPr>
      <dsp:spPr>
        <a:xfrm>
          <a:off x="0" y="2699062"/>
          <a:ext cx="3494817" cy="674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Analogy: Restaurant (process) with multiple waiters (threads).</a:t>
          </a:r>
        </a:p>
      </dsp:txBody>
      <dsp:txXfrm>
        <a:off x="0" y="2699062"/>
        <a:ext cx="3494817" cy="6746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3010C-8887-4D23-80E6-63B8A937A650}">
      <dsp:nvSpPr>
        <dsp:cNvPr id="0" name=""/>
        <dsp:cNvSpPr/>
      </dsp:nvSpPr>
      <dsp:spPr>
        <a:xfrm>
          <a:off x="0" y="383604"/>
          <a:ext cx="5000124" cy="151039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Smallest CPU execution unit within a process.</a:t>
          </a:r>
        </a:p>
      </dsp:txBody>
      <dsp:txXfrm>
        <a:off x="73731" y="457335"/>
        <a:ext cx="4852662" cy="1362934"/>
      </dsp:txXfrm>
    </dsp:sp>
    <dsp:sp modelId="{820D5055-7DE4-4F44-8147-9E1548DC220E}">
      <dsp:nvSpPr>
        <dsp:cNvPr id="0" name=""/>
        <dsp:cNvSpPr/>
      </dsp:nvSpPr>
      <dsp:spPr>
        <a:xfrm>
          <a:off x="0" y="1971761"/>
          <a:ext cx="5000124" cy="151039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Each thread has its own registers, stack, program counter but shares code/data/files.</a:t>
          </a:r>
        </a:p>
      </dsp:txBody>
      <dsp:txXfrm>
        <a:off x="73731" y="2045492"/>
        <a:ext cx="4852662" cy="1362934"/>
      </dsp:txXfrm>
    </dsp:sp>
    <dsp:sp modelId="{29FFD20C-DA38-4F0D-B775-6369211891C9}">
      <dsp:nvSpPr>
        <dsp:cNvPr id="0" name=""/>
        <dsp:cNvSpPr/>
      </dsp:nvSpPr>
      <dsp:spPr>
        <a:xfrm>
          <a:off x="0" y="3559918"/>
          <a:ext cx="5000124" cy="151039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Example: Web browser threads for UI, rendering, downloading.</a:t>
          </a:r>
        </a:p>
      </dsp:txBody>
      <dsp:txXfrm>
        <a:off x="73731" y="3633649"/>
        <a:ext cx="4852662" cy="13629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7D101-6097-4456-B636-620865DAF8F5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B9873C-1B63-4982-81AC-E68928246177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Process: Independent execution, separate memory, high overhead.</a:t>
          </a:r>
        </a:p>
      </dsp:txBody>
      <dsp:txXfrm>
        <a:off x="0" y="2663"/>
        <a:ext cx="5000124" cy="1816197"/>
      </dsp:txXfrm>
    </dsp:sp>
    <dsp:sp modelId="{B6487076-97E7-4B1A-B65B-74B9340B0587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350DA3-7693-40E4-A40A-D0B54B55AA5A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Thread: Lightweight, shares memory, low overhead.</a:t>
          </a:r>
        </a:p>
      </dsp:txBody>
      <dsp:txXfrm>
        <a:off x="0" y="1818861"/>
        <a:ext cx="5000124" cy="1816197"/>
      </dsp:txXfrm>
    </dsp:sp>
    <dsp:sp modelId="{7149DC8D-1EEA-4F7D-8FFA-E67C3A5D68B5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274680-C71F-401B-925A-A23E0D39CD06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Communication easier in threads via shared memory.</a:t>
          </a:r>
        </a:p>
      </dsp:txBody>
      <dsp:txXfrm>
        <a:off x="0" y="3635058"/>
        <a:ext cx="5000124" cy="18161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148F26-F4A6-4E26-B491-24ED937E4F5C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7BA20-BCBD-466D-AB00-32349A20C096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4562E-D701-4778-95F1-BA291304DFBC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Responsiveness</a:t>
          </a:r>
        </a:p>
      </dsp:txBody>
      <dsp:txXfrm>
        <a:off x="1129902" y="4592"/>
        <a:ext cx="3596298" cy="978270"/>
      </dsp:txXfrm>
    </dsp:sp>
    <dsp:sp modelId="{27F641C4-9AEF-4EB7-83AF-C924CB761CFB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B08E6-F81C-4BD3-845B-E01C13C7D44A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DEE69-0AD0-4E11-AE09-1856EA027E4D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Resource sharing</a:t>
          </a:r>
        </a:p>
      </dsp:txBody>
      <dsp:txXfrm>
        <a:off x="1129902" y="1227431"/>
        <a:ext cx="3596298" cy="978270"/>
      </dsp:txXfrm>
    </dsp:sp>
    <dsp:sp modelId="{F5EBDC17-6E38-4FAB-8A05-D22B8EC3CEF4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60C76-FAFF-4A7E-949D-73CE5EC95EA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C0350-885D-4E9B-B844-0FF35DF2625F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Economy</a:t>
          </a:r>
        </a:p>
      </dsp:txBody>
      <dsp:txXfrm>
        <a:off x="1129902" y="2450269"/>
        <a:ext cx="3596298" cy="978270"/>
      </dsp:txXfrm>
    </dsp:sp>
    <dsp:sp modelId="{B80E59CA-A0A9-4372-B123-0FC8410D6E72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962292-226C-42E1-834C-3A6250741FD3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1A1F7-0B3E-43C6-9605-360714824C6B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Scalability</a:t>
          </a:r>
        </a:p>
      </dsp:txBody>
      <dsp:txXfrm>
        <a:off x="1129902" y="3673107"/>
        <a:ext cx="3596298" cy="978270"/>
      </dsp:txXfrm>
    </dsp:sp>
    <dsp:sp modelId="{F3602DAD-7E6B-46D9-A416-2D3A0C1D6AA7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D0097-6AA6-4F6D-8162-C0AC5253E568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5B97C-6617-454F-9E2B-ECF1BB08532E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Example: Web server handling multiple client requests simultaneously.</a:t>
          </a:r>
        </a:p>
      </dsp:txBody>
      <dsp:txXfrm>
        <a:off x="1129902" y="4895945"/>
        <a:ext cx="3596298" cy="978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1CE09-A16D-4AF6-957D-2BBD3BDB350A}">
      <dsp:nvSpPr>
        <dsp:cNvPr id="0" name=""/>
        <dsp:cNvSpPr/>
      </dsp:nvSpPr>
      <dsp:spPr>
        <a:xfrm>
          <a:off x="0" y="27004"/>
          <a:ext cx="4726201" cy="2854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Thread ID, Stack, Program Counter, Registers, State, Priority.</a:t>
          </a:r>
        </a:p>
      </dsp:txBody>
      <dsp:txXfrm>
        <a:off x="139360" y="166364"/>
        <a:ext cx="4447481" cy="2576080"/>
      </dsp:txXfrm>
    </dsp:sp>
    <dsp:sp modelId="{72A65B67-E9F5-4305-9089-2CEC9A16691D}">
      <dsp:nvSpPr>
        <dsp:cNvPr id="0" name=""/>
        <dsp:cNvSpPr/>
      </dsp:nvSpPr>
      <dsp:spPr>
        <a:xfrm>
          <a:off x="0" y="2997004"/>
          <a:ext cx="4726201" cy="28548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Threads can be preempted and scheduled independently.</a:t>
          </a:r>
        </a:p>
      </dsp:txBody>
      <dsp:txXfrm>
        <a:off x="139360" y="3136364"/>
        <a:ext cx="4447481" cy="25760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FA44F-D8EB-4D53-8425-978E720FE6FA}">
      <dsp:nvSpPr>
        <dsp:cNvPr id="0" name=""/>
        <dsp:cNvSpPr/>
      </dsp:nvSpPr>
      <dsp:spPr>
        <a:xfrm>
          <a:off x="0" y="27004"/>
          <a:ext cx="4726201" cy="2854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States: New → Ready → Running → Waiting → Terminated</a:t>
          </a:r>
        </a:p>
      </dsp:txBody>
      <dsp:txXfrm>
        <a:off x="139360" y="166364"/>
        <a:ext cx="4447481" cy="2576080"/>
      </dsp:txXfrm>
    </dsp:sp>
    <dsp:sp modelId="{A4F7C44B-03FA-4D2A-88F2-9A48546CB151}">
      <dsp:nvSpPr>
        <dsp:cNvPr id="0" name=""/>
        <dsp:cNvSpPr/>
      </dsp:nvSpPr>
      <dsp:spPr>
        <a:xfrm>
          <a:off x="0" y="2997004"/>
          <a:ext cx="4726201" cy="28548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Each transition handled by scheduler or user library.</a:t>
          </a:r>
        </a:p>
      </dsp:txBody>
      <dsp:txXfrm>
        <a:off x="139360" y="3136364"/>
        <a:ext cx="4447481" cy="2576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CA987-0595-4C4D-A9A5-7AC7103C04E0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10D74-9E33-41AA-BC31-090E8845A1F2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7C8A8-D64C-4269-866A-35B54E806258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Managed by user libraries.</a:t>
          </a:r>
        </a:p>
      </dsp:txBody>
      <dsp:txXfrm>
        <a:off x="1939533" y="717"/>
        <a:ext cx="2786667" cy="1679249"/>
      </dsp:txXfrm>
    </dsp:sp>
    <dsp:sp modelId="{EE74BF04-540D-4A1A-BE96-9FE06524B6A6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1495F-0CAD-4939-BFEA-B4CC6804C3AE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10873-82C5-4FA2-B8FF-9C49A2951482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Kernel unaware of threads.</a:t>
          </a:r>
        </a:p>
      </dsp:txBody>
      <dsp:txXfrm>
        <a:off x="1939533" y="2099779"/>
        <a:ext cx="2786667" cy="1679249"/>
      </dsp:txXfrm>
    </dsp:sp>
    <dsp:sp modelId="{841A8B92-FB9F-414A-9611-5AC5C9B88EE1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05465-7450-414B-97F9-BE7CA50CF6A0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8B98B-E4C4-4EBC-973A-6C6A0EF9996A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Fast switching, but if one thread blocks, all block.</a:t>
          </a:r>
        </a:p>
      </dsp:txBody>
      <dsp:txXfrm>
        <a:off x="1939533" y="4198841"/>
        <a:ext cx="2786667" cy="16792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C690C-0715-4FCB-AB44-D4D9CBBB6664}">
      <dsp:nvSpPr>
        <dsp:cNvPr id="0" name=""/>
        <dsp:cNvSpPr/>
      </dsp:nvSpPr>
      <dsp:spPr>
        <a:xfrm>
          <a:off x="0" y="603057"/>
          <a:ext cx="5000124" cy="135065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Managed by OS kernel.</a:t>
          </a:r>
        </a:p>
      </dsp:txBody>
      <dsp:txXfrm>
        <a:off x="65934" y="668991"/>
        <a:ext cx="4868256" cy="1218787"/>
      </dsp:txXfrm>
    </dsp:sp>
    <dsp:sp modelId="{2F8FE4E3-8E6C-4B60-891B-57494AD00551}">
      <dsp:nvSpPr>
        <dsp:cNvPr id="0" name=""/>
        <dsp:cNvSpPr/>
      </dsp:nvSpPr>
      <dsp:spPr>
        <a:xfrm>
          <a:off x="0" y="2051632"/>
          <a:ext cx="5000124" cy="1350655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Each thread is independently scheduled.</a:t>
          </a:r>
        </a:p>
      </dsp:txBody>
      <dsp:txXfrm>
        <a:off x="65934" y="2117566"/>
        <a:ext cx="4868256" cy="1218787"/>
      </dsp:txXfrm>
    </dsp:sp>
    <dsp:sp modelId="{8A88250B-A902-4B17-AA69-3D7946E7286A}">
      <dsp:nvSpPr>
        <dsp:cNvPr id="0" name=""/>
        <dsp:cNvSpPr/>
      </dsp:nvSpPr>
      <dsp:spPr>
        <a:xfrm>
          <a:off x="0" y="3500207"/>
          <a:ext cx="5000124" cy="135065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True concurrency, but higher overhead.</a:t>
          </a:r>
        </a:p>
      </dsp:txBody>
      <dsp:txXfrm>
        <a:off x="65934" y="3566141"/>
        <a:ext cx="4868256" cy="1218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1B2CF-3ACE-4199-953B-DFF01AE61C63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84A2C9-5C15-4AF6-89A4-4D6C6953CFD1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47C18-BEBF-4B1D-AA24-B96788656A2D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ULT: Fast, portable, but blocks all threads.</a:t>
          </a:r>
        </a:p>
      </dsp:txBody>
      <dsp:txXfrm>
        <a:off x="182935" y="3176402"/>
        <a:ext cx="3600000" cy="720000"/>
      </dsp:txXfrm>
    </dsp:sp>
    <dsp:sp modelId="{3AEA4F96-55CF-49C0-BC55-E63134E041D1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2BAEF-84C3-42FD-9CB0-EAB4DA4F8570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3D0D7-FC1C-444F-95DE-D1066C5FCE76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KLT: OS-managed, slower, true parallelism.</a:t>
          </a:r>
        </a:p>
      </dsp:txBody>
      <dsp:txXfrm>
        <a:off x="4412935" y="3176402"/>
        <a:ext cx="36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A8E16-1736-49CB-8681-0A26AE7C2EEA}">
      <dsp:nvSpPr>
        <dsp:cNvPr id="0" name=""/>
        <dsp:cNvSpPr/>
      </dsp:nvSpPr>
      <dsp:spPr>
        <a:xfrm>
          <a:off x="0" y="576877"/>
          <a:ext cx="4131533" cy="1032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Race conditions</a:t>
          </a:r>
        </a:p>
      </dsp:txBody>
      <dsp:txXfrm>
        <a:off x="50420" y="627297"/>
        <a:ext cx="4030693" cy="932014"/>
      </dsp:txXfrm>
    </dsp:sp>
    <dsp:sp modelId="{9314D36B-85CB-4093-899A-918F58AF7EC0}">
      <dsp:nvSpPr>
        <dsp:cNvPr id="0" name=""/>
        <dsp:cNvSpPr/>
      </dsp:nvSpPr>
      <dsp:spPr>
        <a:xfrm>
          <a:off x="0" y="1684611"/>
          <a:ext cx="4131533" cy="103285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Critical sections</a:t>
          </a:r>
        </a:p>
      </dsp:txBody>
      <dsp:txXfrm>
        <a:off x="50420" y="1735031"/>
        <a:ext cx="4030693" cy="932014"/>
      </dsp:txXfrm>
    </dsp:sp>
    <dsp:sp modelId="{4235DD9D-5527-4D60-A3B4-7BE33A324BDF}">
      <dsp:nvSpPr>
        <dsp:cNvPr id="0" name=""/>
        <dsp:cNvSpPr/>
      </dsp:nvSpPr>
      <dsp:spPr>
        <a:xfrm>
          <a:off x="0" y="2792346"/>
          <a:ext cx="4131533" cy="103285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Tools: Mutex, Semaphores, Monitors</a:t>
          </a:r>
        </a:p>
      </dsp:txBody>
      <dsp:txXfrm>
        <a:off x="50420" y="2842766"/>
        <a:ext cx="4030693" cy="932014"/>
      </dsp:txXfrm>
    </dsp:sp>
    <dsp:sp modelId="{94A022E2-1627-4BBE-8575-57DA5D86568F}">
      <dsp:nvSpPr>
        <dsp:cNvPr id="0" name=""/>
        <dsp:cNvSpPr/>
      </dsp:nvSpPr>
      <dsp:spPr>
        <a:xfrm>
          <a:off x="0" y="3900080"/>
          <a:ext cx="4131533" cy="103285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Issues: Deadlocks, Starvation, Priority inversion</a:t>
          </a:r>
        </a:p>
      </dsp:txBody>
      <dsp:txXfrm>
        <a:off x="50420" y="3950500"/>
        <a:ext cx="4030693" cy="93201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AEDDD8-49E1-4E17-9E42-B50D0EECDC9C}">
      <dsp:nvSpPr>
        <dsp:cNvPr id="0" name=""/>
        <dsp:cNvSpPr/>
      </dsp:nvSpPr>
      <dsp:spPr>
        <a:xfrm>
          <a:off x="0" y="70745"/>
          <a:ext cx="4131533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Web servers – multiple clients</a:t>
          </a:r>
        </a:p>
      </dsp:txBody>
      <dsp:txXfrm>
        <a:off x="62141" y="132886"/>
        <a:ext cx="4007251" cy="1148678"/>
      </dsp:txXfrm>
    </dsp:sp>
    <dsp:sp modelId="{6C9F8872-81CF-420A-B0BC-77DAF070F45B}">
      <dsp:nvSpPr>
        <dsp:cNvPr id="0" name=""/>
        <dsp:cNvSpPr/>
      </dsp:nvSpPr>
      <dsp:spPr>
        <a:xfrm>
          <a:off x="0" y="1435865"/>
          <a:ext cx="4131533" cy="12729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Multimedia – concurrent playback</a:t>
          </a:r>
        </a:p>
      </dsp:txBody>
      <dsp:txXfrm>
        <a:off x="62141" y="1498006"/>
        <a:ext cx="4007251" cy="1148678"/>
      </dsp:txXfrm>
    </dsp:sp>
    <dsp:sp modelId="{D5B2CCC3-80CB-4278-8A20-1960C3DD4816}">
      <dsp:nvSpPr>
        <dsp:cNvPr id="0" name=""/>
        <dsp:cNvSpPr/>
      </dsp:nvSpPr>
      <dsp:spPr>
        <a:xfrm>
          <a:off x="0" y="2800986"/>
          <a:ext cx="4131533" cy="12729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Games – rendering, AI</a:t>
          </a:r>
        </a:p>
      </dsp:txBody>
      <dsp:txXfrm>
        <a:off x="62141" y="2863127"/>
        <a:ext cx="4007251" cy="1148678"/>
      </dsp:txXfrm>
    </dsp:sp>
    <dsp:sp modelId="{D8ACA3D9-272E-4FF8-B364-88D014009422}">
      <dsp:nvSpPr>
        <dsp:cNvPr id="0" name=""/>
        <dsp:cNvSpPr/>
      </dsp:nvSpPr>
      <dsp:spPr>
        <a:xfrm>
          <a:off x="0" y="4166106"/>
          <a:ext cx="4131533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OS services – background daemons</a:t>
          </a:r>
        </a:p>
      </dsp:txBody>
      <dsp:txXfrm>
        <a:off x="62141" y="4228247"/>
        <a:ext cx="4007251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Operating Systems —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Lecture Topic: Threads – Concepts, Types, and Models</a:t>
            </a:r>
          </a:p>
          <a:p>
            <a:r>
              <a:rPr lang="en-US" sz="1700" dirty="0"/>
              <a:t>Learning Outcomes:</a:t>
            </a:r>
          </a:p>
          <a:p>
            <a:pPr marL="0" indent="0">
              <a:buNone/>
            </a:pPr>
            <a:r>
              <a:rPr lang="en-US" sz="1700" dirty="0"/>
              <a:t>1. Define and explain threads.</a:t>
            </a:r>
          </a:p>
          <a:p>
            <a:pPr marL="0" indent="0">
              <a:buNone/>
            </a:pPr>
            <a:r>
              <a:rPr lang="en-US" sz="1700" dirty="0"/>
              <a:t>2. Differentiate user-level and kernel-level threads.</a:t>
            </a:r>
          </a:p>
          <a:p>
            <a:pPr marL="0" indent="0">
              <a:buNone/>
            </a:pPr>
            <a:r>
              <a:rPr lang="en-US" sz="1700" dirty="0"/>
              <a:t>4. Implement thread programs.</a:t>
            </a:r>
          </a:p>
          <a:p>
            <a:pPr marL="0" indent="0">
              <a:buNone/>
            </a:pPr>
            <a:r>
              <a:rPr lang="en-US" sz="1700" dirty="0"/>
              <a:t>5. Analyze synchronization challenges.</a:t>
            </a:r>
          </a:p>
        </p:txBody>
      </p:sp>
      <p:pic>
        <p:nvPicPr>
          <p:cNvPr id="5" name="Picture 4" descr="Pins pinned on a white surface and connecting a black thread">
            <a:extLst>
              <a:ext uri="{FF2B5EF4-FFF2-40B4-BE49-F238E27FC236}">
                <a16:creationId xmlns:a16="http://schemas.microsoft.com/office/drawing/2014/main" id="{B62F28F1-B7AD-2233-D970-A80667082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02" r="45520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C75C7B-C565-7F74-BC79-AF1159FAC6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46" r="28229" b="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en-US" sz="3500"/>
              <a:t>Motivation: Why Threads?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7D9C81-96D5-7372-BEB6-FE2A303EF4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62960"/>
              </p:ext>
            </p:extLst>
          </p:nvPr>
        </p:nvGraphicFramePr>
        <p:xfrm>
          <a:off x="571350" y="2884929"/>
          <a:ext cx="3494817" cy="3374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What is a Thread?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3F7958-8EAE-3F71-CF5A-35694E9F57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68771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Process vs Thread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5AD399-5D49-327A-5F2B-B443BCD26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57464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Advantages of Multithreading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C76580-9620-2C64-EE83-A80E347A5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30498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Thread Attributes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24D544-8775-4252-EEF0-AE80064E6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46709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Thread Lifecycle</a:t>
            </a:r>
          </a:p>
        </p:txBody>
      </p:sp>
      <p:grpSp>
        <p:nvGrpSpPr>
          <p:cNvPr id="3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69E1E690-2AD6-FFCB-15E4-5B2B7FF534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29938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B902A61-0B6D-F422-A777-7DCCE61573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r>
              <a:rPr lang="en-US" altLang="en-US"/>
              <a:t>Quick Review: Scheduling</a:t>
            </a:r>
          </a:p>
        </p:txBody>
      </p:sp>
      <p:sp>
        <p:nvSpPr>
          <p:cNvPr id="5123" name="Oval 6">
            <a:extLst>
              <a:ext uri="{FF2B5EF4-FFF2-40B4-BE49-F238E27FC236}">
                <a16:creationId xmlns:a16="http://schemas.microsoft.com/office/drawing/2014/main" id="{E793EEB9-0BAB-488B-DB6C-8590A9B76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886200"/>
            <a:ext cx="16002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Ready</a:t>
            </a:r>
          </a:p>
        </p:txBody>
      </p:sp>
      <p:sp>
        <p:nvSpPr>
          <p:cNvPr id="5124" name="Oval 9">
            <a:extLst>
              <a:ext uri="{FF2B5EF4-FFF2-40B4-BE49-F238E27FC236}">
                <a16:creationId xmlns:a16="http://schemas.microsoft.com/office/drawing/2014/main" id="{082FFF96-10D2-02D3-739C-D8BCFDBF7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86200"/>
            <a:ext cx="16002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Running</a:t>
            </a:r>
          </a:p>
        </p:txBody>
      </p:sp>
      <p:sp>
        <p:nvSpPr>
          <p:cNvPr id="5125" name="Oval 10">
            <a:extLst>
              <a:ext uri="{FF2B5EF4-FFF2-40B4-BE49-F238E27FC236}">
                <a16:creationId xmlns:a16="http://schemas.microsoft.com/office/drawing/2014/main" id="{DB3B4508-034E-71DD-8527-D898AF81D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667000"/>
            <a:ext cx="16002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terminated</a:t>
            </a:r>
          </a:p>
        </p:txBody>
      </p:sp>
      <p:sp>
        <p:nvSpPr>
          <p:cNvPr id="5126" name="Oval 11">
            <a:extLst>
              <a:ext uri="{FF2B5EF4-FFF2-40B4-BE49-F238E27FC236}">
                <a16:creationId xmlns:a16="http://schemas.microsoft.com/office/drawing/2014/main" id="{C0D5FBC7-5516-C710-EFDF-43A7F52AD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590800"/>
            <a:ext cx="16002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New</a:t>
            </a:r>
          </a:p>
        </p:txBody>
      </p:sp>
      <p:sp>
        <p:nvSpPr>
          <p:cNvPr id="5127" name="Oval 12">
            <a:extLst>
              <a:ext uri="{FF2B5EF4-FFF2-40B4-BE49-F238E27FC236}">
                <a16:creationId xmlns:a16="http://schemas.microsoft.com/office/drawing/2014/main" id="{A33F6044-5DC5-3D47-810E-3451C0858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638800"/>
            <a:ext cx="16002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Waiting</a:t>
            </a:r>
          </a:p>
        </p:txBody>
      </p:sp>
      <p:sp>
        <p:nvSpPr>
          <p:cNvPr id="5128" name="Line 13">
            <a:extLst>
              <a:ext uri="{FF2B5EF4-FFF2-40B4-BE49-F238E27FC236}">
                <a16:creationId xmlns:a16="http://schemas.microsoft.com/office/drawing/2014/main" id="{EE1E5835-95CB-ECC3-6655-EE453D15B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2766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Line 14">
            <a:extLst>
              <a:ext uri="{FF2B5EF4-FFF2-40B4-BE49-F238E27FC236}">
                <a16:creationId xmlns:a16="http://schemas.microsoft.com/office/drawing/2014/main" id="{09CE2B15-F47F-397A-EC1C-235D33164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572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Line 17">
            <a:extLst>
              <a:ext uri="{FF2B5EF4-FFF2-40B4-BE49-F238E27FC236}">
                <a16:creationId xmlns:a16="http://schemas.microsoft.com/office/drawing/2014/main" id="{C018AF23-CEB7-2908-1853-798386C1D0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4648200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Line 18">
            <a:extLst>
              <a:ext uri="{FF2B5EF4-FFF2-40B4-BE49-F238E27FC236}">
                <a16:creationId xmlns:a16="http://schemas.microsoft.com/office/drawing/2014/main" id="{166A1EFA-07A8-D650-FB0E-A080384835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24200" y="4648200"/>
            <a:ext cx="609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Line 19">
            <a:extLst>
              <a:ext uri="{FF2B5EF4-FFF2-40B4-BE49-F238E27FC236}">
                <a16:creationId xmlns:a16="http://schemas.microsoft.com/office/drawing/2014/main" id="{402BFF6B-B563-440F-5936-BE9361E2A7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8862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" name="Line 20">
            <a:extLst>
              <a:ext uri="{FF2B5EF4-FFF2-40B4-BE49-F238E27FC236}">
                <a16:creationId xmlns:a16="http://schemas.microsoft.com/office/drawing/2014/main" id="{3A1FA622-A990-21F0-25D1-D9BBAFA447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32766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Text Box 21">
            <a:extLst>
              <a:ext uri="{FF2B5EF4-FFF2-40B4-BE49-F238E27FC236}">
                <a16:creationId xmlns:a16="http://schemas.microsoft.com/office/drawing/2014/main" id="{ABBBDCC1-13DB-B873-F8A3-422BF5F9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3465513"/>
            <a:ext cx="1060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admitted</a:t>
            </a:r>
          </a:p>
        </p:txBody>
      </p:sp>
      <p:sp>
        <p:nvSpPr>
          <p:cNvPr id="5135" name="Text Box 22">
            <a:extLst>
              <a:ext uri="{FF2B5EF4-FFF2-40B4-BE49-F238E27FC236}">
                <a16:creationId xmlns:a16="http://schemas.microsoft.com/office/drawing/2014/main" id="{21BCF056-7BF7-1330-C00A-903C923F9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495800"/>
            <a:ext cx="1225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scheduled</a:t>
            </a:r>
          </a:p>
        </p:txBody>
      </p:sp>
      <p:sp>
        <p:nvSpPr>
          <p:cNvPr id="5136" name="Text Box 23">
            <a:extLst>
              <a:ext uri="{FF2B5EF4-FFF2-40B4-BE49-F238E27FC236}">
                <a16:creationId xmlns:a16="http://schemas.microsoft.com/office/drawing/2014/main" id="{56D359AA-7102-A495-5D89-7394BDDFF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581400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interrupt</a:t>
            </a:r>
          </a:p>
        </p:txBody>
      </p:sp>
      <p:sp>
        <p:nvSpPr>
          <p:cNvPr id="5137" name="Text Box 24">
            <a:extLst>
              <a:ext uri="{FF2B5EF4-FFF2-40B4-BE49-F238E27FC236}">
                <a16:creationId xmlns:a16="http://schemas.microsoft.com/office/drawing/2014/main" id="{73E0BA27-805A-0225-EB7F-C67543687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5065713"/>
            <a:ext cx="187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I/O Event or wait</a:t>
            </a:r>
          </a:p>
        </p:txBody>
      </p:sp>
      <p:sp>
        <p:nvSpPr>
          <p:cNvPr id="5138" name="Text Box 25">
            <a:extLst>
              <a:ext uri="{FF2B5EF4-FFF2-40B4-BE49-F238E27FC236}">
                <a16:creationId xmlns:a16="http://schemas.microsoft.com/office/drawing/2014/main" id="{8B31C8C2-DB64-FF3C-6BD1-306C7A469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029200"/>
            <a:ext cx="146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I/O or Event </a:t>
            </a:r>
          </a:p>
          <a:p>
            <a:pPr eaLnBrk="1" hangingPunct="1"/>
            <a:r>
              <a:rPr lang="en-US" altLang="en-US"/>
              <a:t>completion</a:t>
            </a:r>
          </a:p>
        </p:txBody>
      </p:sp>
      <p:sp>
        <p:nvSpPr>
          <p:cNvPr id="5139" name="Text Box 26">
            <a:extLst>
              <a:ext uri="{FF2B5EF4-FFF2-40B4-BE49-F238E27FC236}">
                <a16:creationId xmlns:a16="http://schemas.microsoft.com/office/drawing/2014/main" id="{B8D6E8BC-E3F5-702D-E810-41119EC02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5" y="3617913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Exit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7" name="Rectangle 1332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329" name="Rectangle 1332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1" name="Rectangle 1333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6" name="Rectangle 1332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8" name="Rectangle 1332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30" name="Freeform: Shape 1332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32" name="Rectangle 1333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Title 1">
            <a:extLst>
              <a:ext uri="{FF2B5EF4-FFF2-40B4-BE49-F238E27FC236}">
                <a16:creationId xmlns:a16="http://schemas.microsoft.com/office/drawing/2014/main" id="{E1AC58D0-AE84-2D94-A856-233962C376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alt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Priority Scheduling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2BBD4A38-FC6B-BD17-7A76-8E7D1C015F0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Need to consider all cases: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When scheduling the next thread, choose one with highest priority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 thread lowers its priority (should yield if there is a higher-priority thread in the ready list)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 higher priority thread wakes up (such as alarm clock or after waiting on a lock/semaphore) it should preempt the lower priority thread.</a:t>
            </a:r>
          </a:p>
          <a:p>
            <a:pPr marL="514350" lvl="1" indent="0" defTabSz="914400"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2845F6E-969B-2BF0-9E9D-3140097D5C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altLang="en-US" sz="385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Priority Donation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90176FFA-122C-755E-1FF5-2B73DFBD4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Problem: Priority Inversion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L acquires a lock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H becomes ready, preempts L and starts running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M becomes ready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H waits for the lock held by L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M starts running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M runs, then L, then H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100"/>
              <a:t>After H begins waiting on the lock, L should run (until it releases lock), then H, then M</a:t>
            </a:r>
          </a:p>
        </p:txBody>
      </p:sp>
      <p:sp>
        <p:nvSpPr>
          <p:cNvPr id="14346" name="Rectangle 14345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348" name="Oval 14347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343" name="Graphic 14342" descr="Checkmark">
            <a:extLst>
              <a:ext uri="{FF2B5EF4-FFF2-40B4-BE49-F238E27FC236}">
                <a16:creationId xmlns:a16="http://schemas.microsoft.com/office/drawing/2014/main" id="{7EDBCCFA-FFC7-69A4-57F8-CEC607EC9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80" name="Rectangle 2867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82" name="Right Triangle 2868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684" name="Rectangle 2868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74" name="AutoShape 2">
            <a:extLst>
              <a:ext uri="{FF2B5EF4-FFF2-40B4-BE49-F238E27FC236}">
                <a16:creationId xmlns:a16="http://schemas.microsoft.com/office/drawing/2014/main" id="{86480CDF-5719-B626-8059-83B9C0ECB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5400" dirty="0"/>
              <a:t>Priority Donation cont’d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9E715A1-EE41-CD91-7754-302FFDF98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100"/>
              <a:t>Solution: Priority Donation</a:t>
            </a:r>
          </a:p>
          <a:p>
            <a:pPr lvl="1">
              <a:lnSpc>
                <a:spcPct val="90000"/>
              </a:lnSpc>
            </a:pPr>
            <a:r>
              <a:rPr lang="en-US" altLang="en-US" sz="2100"/>
              <a:t>When H starts waiting on the lock L is holding, it “donates” its priority to L such that L now runs with H’s priority</a:t>
            </a:r>
          </a:p>
          <a:p>
            <a:pPr lvl="1">
              <a:lnSpc>
                <a:spcPct val="90000"/>
              </a:lnSpc>
            </a:pPr>
            <a:r>
              <a:rPr lang="en-US" altLang="en-US" sz="2100"/>
              <a:t>When L releases the lock, it reverts back to its original priority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Nested Donations: H-&gt;M-&gt;L</a:t>
            </a:r>
          </a:p>
          <a:p>
            <a:pPr>
              <a:lnSpc>
                <a:spcPct val="90000"/>
              </a:lnSpc>
            </a:pPr>
            <a:r>
              <a:rPr lang="en-US" altLang="en-US" sz="2100"/>
              <a:t>Multiple Donations: H-&gt;L &lt;-M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User-Level Threads (ULT)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2DF261-A5DF-D933-6F80-9D8E46C8B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74307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Kernel-Level Threads (KLT)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FAF31FC-6F81-0E24-DA33-789DABF99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53129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Comparison: ULT vs KLT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9A5D03-E96D-9EB5-FFDC-4D40FF81B4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0488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Programming Example (POSIX Threads)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Consolas" panose="020B0609020204030204" pitchFamily="49" charset="0"/>
              </a:rPr>
              <a:t>#include &lt;</a:t>
            </a:r>
            <a:r>
              <a:rPr sz="2400" dirty="0" err="1">
                <a:latin typeface="Consolas" panose="020B0609020204030204" pitchFamily="49" charset="0"/>
              </a:rPr>
              <a:t>pthread.h</a:t>
            </a:r>
            <a:r>
              <a:rPr sz="2400" dirty="0">
                <a:latin typeface="Consolas" panose="020B0609020204030204" pitchFamily="49" charset="0"/>
              </a:rPr>
              <a:t>&gt;</a:t>
            </a:r>
          </a:p>
          <a:p>
            <a:r>
              <a:rPr sz="2400" dirty="0">
                <a:latin typeface="Consolas" panose="020B0609020204030204" pitchFamily="49" charset="0"/>
              </a:rPr>
              <a:t>void* worker(void* </a:t>
            </a:r>
            <a:r>
              <a:rPr sz="2400" dirty="0" err="1">
                <a:latin typeface="Consolas" panose="020B0609020204030204" pitchFamily="49" charset="0"/>
              </a:rPr>
              <a:t>arg</a:t>
            </a:r>
            <a:r>
              <a:rPr sz="2400" dirty="0">
                <a:latin typeface="Consolas" panose="020B0609020204030204" pitchFamily="49" charset="0"/>
              </a:rPr>
              <a:t>){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sz="2400" dirty="0" err="1">
                <a:latin typeface="Consolas" panose="020B0609020204030204" pitchFamily="49" charset="0"/>
              </a:rPr>
              <a:t>printf</a:t>
            </a:r>
            <a:r>
              <a:rPr sz="2400" dirty="0">
                <a:latin typeface="Consolas" panose="020B0609020204030204" pitchFamily="49" charset="0"/>
              </a:rPr>
              <a:t>("Thread: %d",*(int*)</a:t>
            </a:r>
            <a:r>
              <a:rPr sz="2400" dirty="0" err="1">
                <a:latin typeface="Consolas" panose="020B0609020204030204" pitchFamily="49" charset="0"/>
              </a:rPr>
              <a:t>arg</a:t>
            </a:r>
            <a:r>
              <a:rPr sz="2400" dirty="0">
                <a:latin typeface="Consolas" panose="020B0609020204030204" pitchFamily="49" charset="0"/>
              </a:rPr>
              <a:t>);return NULL;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sz="2400" dirty="0">
                <a:latin typeface="Consolas" panose="020B0609020204030204" pitchFamily="49" charset="0"/>
              </a:rPr>
              <a:t>}</a:t>
            </a:r>
          </a:p>
          <a:p>
            <a:r>
              <a:rPr sz="2400" dirty="0">
                <a:latin typeface="Consolas" panose="020B0609020204030204" pitchFamily="49" charset="0"/>
              </a:rPr>
              <a:t>int main(){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sz="2400" dirty="0" err="1">
                <a:latin typeface="Consolas" panose="020B0609020204030204" pitchFamily="49" charset="0"/>
              </a:rPr>
              <a:t>pthread_t</a:t>
            </a:r>
            <a:r>
              <a:rPr sz="2400" dirty="0">
                <a:latin typeface="Consolas" panose="020B0609020204030204" pitchFamily="49" charset="0"/>
              </a:rPr>
              <a:t> t;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I</a:t>
            </a:r>
            <a:r>
              <a:rPr sz="2400" dirty="0">
                <a:latin typeface="Consolas" panose="020B0609020204030204" pitchFamily="49" charset="0"/>
              </a:rPr>
              <a:t>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sz="2400" dirty="0">
                <a:latin typeface="Consolas" panose="020B0609020204030204" pitchFamily="49" charset="0"/>
              </a:rPr>
              <a:t>a=10;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sz="2400" dirty="0" err="1">
                <a:latin typeface="Consolas" panose="020B0609020204030204" pitchFamily="49" charset="0"/>
              </a:rPr>
              <a:t>pthread_create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t,NULL,worker,&amp;a</a:t>
            </a:r>
            <a:r>
              <a:rPr sz="2400" dirty="0">
                <a:latin typeface="Consolas" panose="020B0609020204030204" pitchFamily="49" charset="0"/>
              </a:rPr>
              <a:t>);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sz="2400" dirty="0" err="1">
                <a:latin typeface="Consolas" panose="020B0609020204030204" pitchFamily="49" charset="0"/>
              </a:rPr>
              <a:t>pthread_join</a:t>
            </a:r>
            <a:r>
              <a:rPr sz="2400" dirty="0">
                <a:latin typeface="Consolas" panose="020B0609020204030204" pitchFamily="49" charset="0"/>
              </a:rPr>
              <a:t>(</a:t>
            </a:r>
            <a:r>
              <a:rPr sz="2400" dirty="0" err="1">
                <a:latin typeface="Consolas" panose="020B0609020204030204" pitchFamily="49" charset="0"/>
              </a:rPr>
              <a:t>t,NULL</a:t>
            </a:r>
            <a:r>
              <a:rPr sz="2400" dirty="0">
                <a:latin typeface="Consolas" panose="020B0609020204030204" pitchFamily="49" charset="0"/>
              </a:rPr>
              <a:t>);}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FEB548-CACC-4915-BA3A-ECFAD4BE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DD617-02C2-4388-A86E-BAB7BD28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71532D-ED15-4EA1-8D74-8B9D4911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0E949-6174-47F4-871C-39B2BE7B4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A81FA79-0462-498C-A7A0-4F97CB9BD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13F096-ACB3-4289-ADE9-7BCF5727C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2D1F89-7331-4DB6-9053-DE817E604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27D98C-AF53-420B-A7B6-DD5AA7D5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0B76EE-9601-45D1-815F-6B076D42F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5FB023-5222-4B9E-B6D1-A5040E4CE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AEED21-38DA-46C2-93A3-F597C8761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7EFB714-3172-4F11-BA4B-04073494A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83C632-F1E2-40EE-AFA0-EF8D52D6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80DE84-E4A8-4C12-97F1-AADA86FFB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FCEB1-CD0B-4966-8A9D-F458E4F7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866B94-A099-49F6-A378-974CED7F5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103C908-3FF0-4A95-851C-DF3C650FF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F400D3-D15B-4146-82E6-B2FC1194F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2F76C8-7CAD-4B72-BD0D-072D2AFA0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CEBAD8-9DE5-4790-9CD4-C384EB371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3B7B9BA-215A-4923-954F-3DAE9523A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013081-B23F-45CB-A45B-562B629AD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8B11FB-E867-4638-B75F-B4B7DBDDB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C84FC8-9600-4AE5-9E77-38E2363A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14F95D-50D5-4B76-B347-91D1D76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5455D4-020C-4462-8A90-3B6434A50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5"/>
            <a:ext cx="3711172" cy="5509815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/>
              <a:t>Thread Synchronization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1792D0-F1C0-0B2C-F52C-E2DCB6AFAA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601312"/>
              </p:ext>
            </p:extLst>
          </p:nvPr>
        </p:nvGraphicFramePr>
        <p:xfrm>
          <a:off x="4361891" y="546369"/>
          <a:ext cx="4131533" cy="550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FEB548-CACC-4915-BA3A-ECFAD4BE0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DD617-02C2-4388-A86E-BAB7BD28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971532D-ED15-4EA1-8D74-8B9D4911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9911" y="828635"/>
            <a:ext cx="304800" cy="322326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0E949-6174-47F4-871C-39B2BE7B4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A81FA79-0462-498C-A7A0-4F97CB9BD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13F096-ACB3-4289-ADE9-7BCF5727C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2D1F89-7331-4DB6-9053-DE817E604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27D98C-AF53-420B-A7B6-DD5AA7D53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0B76EE-9601-45D1-815F-6B076D42F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5FB023-5222-4B9E-B6D1-A5040E4CE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AEED21-38DA-46C2-93A3-F597C8761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7EFB714-3172-4F11-BA4B-04073494A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83C632-F1E2-40EE-AFA0-EF8D52D6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980DE84-E4A8-4C12-97F1-AADA86FFB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FCEB1-CD0B-4966-8A9D-F458E4F79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3866B94-A099-49F6-A378-974CED7F5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103C908-3FF0-4A95-851C-DF3C650FF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AF400D3-D15B-4146-82E6-B2FC1194F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2F76C8-7CAD-4B72-BD0D-072D2AFA0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CEBAD8-9DE5-4790-9CD4-C384EB371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3B7B9BA-215A-4923-954F-3DAE9523A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013081-B23F-45CB-A45B-562B629AD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8B11FB-E867-4638-B75F-B4B7DBDDB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C84FC8-9600-4AE5-9E77-38E2363A3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514F95D-50D5-4B76-B347-91D1D76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85455D4-020C-4462-8A90-3B6434A50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5"/>
            <a:ext cx="3711172" cy="5509815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200"/>
              <a:t>Real-World 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B2F68D-D3C9-CD23-D54E-CECFEE177E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306377"/>
              </p:ext>
            </p:extLst>
          </p:nvPr>
        </p:nvGraphicFramePr>
        <p:xfrm>
          <a:off x="4361891" y="546369"/>
          <a:ext cx="4131533" cy="550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641</Words>
  <Application>Microsoft Office PowerPoint</Application>
  <PresentationFormat>On-screen Show (4:3)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Operating Systems — Threads</vt:lpstr>
      <vt:lpstr>Motivation: Why Threads?</vt:lpstr>
      <vt:lpstr>What is a Thread?</vt:lpstr>
      <vt:lpstr>Process vs Thread</vt:lpstr>
      <vt:lpstr>Advantages of Multithreading</vt:lpstr>
      <vt:lpstr>Thread Attributes</vt:lpstr>
      <vt:lpstr>Thread Lifecycle</vt:lpstr>
      <vt:lpstr>Quick Review: Scheduling</vt:lpstr>
      <vt:lpstr>Project Priority Scheduling</vt:lpstr>
      <vt:lpstr>Priority Donation</vt:lpstr>
      <vt:lpstr>Priority Donation cont’d</vt:lpstr>
      <vt:lpstr>User-Level Threads (ULT)</vt:lpstr>
      <vt:lpstr>Kernel-Level Threads (KLT)</vt:lpstr>
      <vt:lpstr>Comparison: ULT vs KLT</vt:lpstr>
      <vt:lpstr>Programming Example (POSIX Threads)</vt:lpstr>
      <vt:lpstr>Thread Synchronization Challenges</vt:lpstr>
      <vt:lpstr>Real-World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Ahmad Mudassir</dc:creator>
  <cp:keywords/>
  <dc:description>generated using python-pptx</dc:description>
  <cp:lastModifiedBy>Ahmad Mudassir</cp:lastModifiedBy>
  <cp:revision>4</cp:revision>
  <dcterms:created xsi:type="dcterms:W3CDTF">2013-01-27T09:14:16Z</dcterms:created>
  <dcterms:modified xsi:type="dcterms:W3CDTF">2025-11-05T11:21:31Z</dcterms:modified>
  <cp:category/>
</cp:coreProperties>
</file>