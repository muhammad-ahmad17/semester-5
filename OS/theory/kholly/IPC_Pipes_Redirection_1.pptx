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58" r:id="rId5"/>
    <p:sldId id="271" r:id="rId6"/>
    <p:sldId id="302" r:id="rId7"/>
    <p:sldId id="307" r:id="rId8"/>
    <p:sldId id="259" r:id="rId9"/>
    <p:sldId id="260" r:id="rId10"/>
    <p:sldId id="272" r:id="rId11"/>
    <p:sldId id="273" r:id="rId12"/>
    <p:sldId id="262" r:id="rId13"/>
    <p:sldId id="267" r:id="rId14"/>
    <p:sldId id="263" r:id="rId15"/>
    <p:sldId id="264" r:id="rId16"/>
    <p:sldId id="297" r:id="rId17"/>
    <p:sldId id="299" r:id="rId18"/>
    <p:sldId id="300" r:id="rId19"/>
    <p:sldId id="305" r:id="rId20"/>
    <p:sldId id="308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20201B-7839-4829-BD43-E35DE0458D0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AE5978-50DA-4449-8E6B-30E7DD1CA7D7}">
      <dgm:prSet/>
      <dgm:spPr/>
      <dgm:t>
        <a:bodyPr/>
        <a:lstStyle/>
        <a:p>
          <a:pPr>
            <a:defRPr cap="all"/>
          </a:pPr>
          <a:r>
            <a:rPr lang="en-US"/>
            <a:t>Communication between processes</a:t>
          </a:r>
        </a:p>
      </dgm:t>
    </dgm:pt>
    <dgm:pt modelId="{BD8000D5-D048-490E-843F-B9F327825A8B}" type="parTrans" cxnId="{A393DCB8-DBF2-4A6E-A8DB-E7FFC081AD1E}">
      <dgm:prSet/>
      <dgm:spPr/>
      <dgm:t>
        <a:bodyPr/>
        <a:lstStyle/>
        <a:p>
          <a:endParaRPr lang="en-US"/>
        </a:p>
      </dgm:t>
    </dgm:pt>
    <dgm:pt modelId="{C2296166-2ACA-4869-AF81-734028FE8400}" type="sibTrans" cxnId="{A393DCB8-DBF2-4A6E-A8DB-E7FFC081AD1E}">
      <dgm:prSet/>
      <dgm:spPr/>
      <dgm:t>
        <a:bodyPr/>
        <a:lstStyle/>
        <a:p>
          <a:endParaRPr lang="en-US"/>
        </a:p>
      </dgm:t>
    </dgm:pt>
    <dgm:pt modelId="{7F88701A-1B19-439E-A536-B76C08E692DF}">
      <dgm:prSet/>
      <dgm:spPr/>
      <dgm:t>
        <a:bodyPr/>
        <a:lstStyle/>
        <a:p>
          <a:pPr>
            <a:defRPr cap="all"/>
          </a:pPr>
          <a:r>
            <a:rPr lang="en-US"/>
            <a:t>Ensures data exchange &amp; synchronization</a:t>
          </a:r>
        </a:p>
      </dgm:t>
    </dgm:pt>
    <dgm:pt modelId="{CE5F09D0-83D3-4FE9-846D-26B3A7984B73}" type="parTrans" cxnId="{C6D2B5B1-7D01-4CC5-ABEE-DBC593F3F7BC}">
      <dgm:prSet/>
      <dgm:spPr/>
      <dgm:t>
        <a:bodyPr/>
        <a:lstStyle/>
        <a:p>
          <a:endParaRPr lang="en-US"/>
        </a:p>
      </dgm:t>
    </dgm:pt>
    <dgm:pt modelId="{4C0AE2FA-F813-4F32-85FE-36AC4D4168FF}" type="sibTrans" cxnId="{C6D2B5B1-7D01-4CC5-ABEE-DBC593F3F7BC}">
      <dgm:prSet/>
      <dgm:spPr/>
      <dgm:t>
        <a:bodyPr/>
        <a:lstStyle/>
        <a:p>
          <a:endParaRPr lang="en-US"/>
        </a:p>
      </dgm:t>
    </dgm:pt>
    <dgm:pt modelId="{F454C522-4E36-4D18-915B-9BC66AA104F9}">
      <dgm:prSet/>
      <dgm:spPr/>
      <dgm:t>
        <a:bodyPr/>
        <a:lstStyle/>
        <a:p>
          <a:pPr>
            <a:defRPr cap="all"/>
          </a:pPr>
          <a:r>
            <a:rPr lang="en-US"/>
            <a:t>Linux provides: Pipes, FIFOs, Shared Memory, Sockets</a:t>
          </a:r>
        </a:p>
      </dgm:t>
    </dgm:pt>
    <dgm:pt modelId="{6AC6F63F-EFA5-4327-8637-44435098A091}" type="parTrans" cxnId="{75F6F483-D09B-48C1-8E3C-F59AD8957206}">
      <dgm:prSet/>
      <dgm:spPr/>
      <dgm:t>
        <a:bodyPr/>
        <a:lstStyle/>
        <a:p>
          <a:endParaRPr lang="en-US"/>
        </a:p>
      </dgm:t>
    </dgm:pt>
    <dgm:pt modelId="{05F77085-88BF-4C92-8494-16CF39FE29E8}" type="sibTrans" cxnId="{75F6F483-D09B-48C1-8E3C-F59AD8957206}">
      <dgm:prSet/>
      <dgm:spPr/>
      <dgm:t>
        <a:bodyPr/>
        <a:lstStyle/>
        <a:p>
          <a:endParaRPr lang="en-US"/>
        </a:p>
      </dgm:t>
    </dgm:pt>
    <dgm:pt modelId="{159A92BB-A2B3-4081-9BC6-6AC1333FCA56}" type="pres">
      <dgm:prSet presAssocID="{FC20201B-7839-4829-BD43-E35DE0458D01}" presName="root" presStyleCnt="0">
        <dgm:presLayoutVars>
          <dgm:dir/>
          <dgm:resizeHandles val="exact"/>
        </dgm:presLayoutVars>
      </dgm:prSet>
      <dgm:spPr/>
    </dgm:pt>
    <dgm:pt modelId="{7EA383BA-1E50-4F1E-A0C7-23E77A4F5B2D}" type="pres">
      <dgm:prSet presAssocID="{E6AE5978-50DA-4449-8E6B-30E7DD1CA7D7}" presName="compNode" presStyleCnt="0"/>
      <dgm:spPr/>
    </dgm:pt>
    <dgm:pt modelId="{52292ADF-1211-4DFD-9CB1-327A1E81B326}" type="pres">
      <dgm:prSet presAssocID="{E6AE5978-50DA-4449-8E6B-30E7DD1CA7D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584AF9F-D004-4615-A1A5-945049889220}" type="pres">
      <dgm:prSet presAssocID="{E6AE5978-50DA-4449-8E6B-30E7DD1CA7D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FC12E7D-55E9-4D2F-8ADA-0584D6F5071C}" type="pres">
      <dgm:prSet presAssocID="{E6AE5978-50DA-4449-8E6B-30E7DD1CA7D7}" presName="spaceRect" presStyleCnt="0"/>
      <dgm:spPr/>
    </dgm:pt>
    <dgm:pt modelId="{BFB1320D-A0C7-432B-9267-8893016C38DE}" type="pres">
      <dgm:prSet presAssocID="{E6AE5978-50DA-4449-8E6B-30E7DD1CA7D7}" presName="textRect" presStyleLbl="revTx" presStyleIdx="0" presStyleCnt="3">
        <dgm:presLayoutVars>
          <dgm:chMax val="1"/>
          <dgm:chPref val="1"/>
        </dgm:presLayoutVars>
      </dgm:prSet>
      <dgm:spPr/>
    </dgm:pt>
    <dgm:pt modelId="{3AD45C64-1C42-4D17-8C71-9DFD9A0340F6}" type="pres">
      <dgm:prSet presAssocID="{C2296166-2ACA-4869-AF81-734028FE8400}" presName="sibTrans" presStyleCnt="0"/>
      <dgm:spPr/>
    </dgm:pt>
    <dgm:pt modelId="{3C0212F0-B1BE-49AF-B46D-5669F444C21F}" type="pres">
      <dgm:prSet presAssocID="{7F88701A-1B19-439E-A536-B76C08E692DF}" presName="compNode" presStyleCnt="0"/>
      <dgm:spPr/>
    </dgm:pt>
    <dgm:pt modelId="{99BBC38F-9B0C-4386-BF08-C4F5FC6F397B}" type="pres">
      <dgm:prSet presAssocID="{7F88701A-1B19-439E-A536-B76C08E692D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C482444-BE69-440E-9E3D-36A6212B2C47}" type="pres">
      <dgm:prSet presAssocID="{7F88701A-1B19-439E-A536-B76C08E692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A3914BD-9724-4AFB-BC95-C050AE57900F}" type="pres">
      <dgm:prSet presAssocID="{7F88701A-1B19-439E-A536-B76C08E692DF}" presName="spaceRect" presStyleCnt="0"/>
      <dgm:spPr/>
    </dgm:pt>
    <dgm:pt modelId="{21857BF3-EB93-4292-A4CB-BCAB7AC5FE77}" type="pres">
      <dgm:prSet presAssocID="{7F88701A-1B19-439E-A536-B76C08E692DF}" presName="textRect" presStyleLbl="revTx" presStyleIdx="1" presStyleCnt="3">
        <dgm:presLayoutVars>
          <dgm:chMax val="1"/>
          <dgm:chPref val="1"/>
        </dgm:presLayoutVars>
      </dgm:prSet>
      <dgm:spPr/>
    </dgm:pt>
    <dgm:pt modelId="{E3FC6DF2-8C71-4BAA-9E27-DFB0CD674C1D}" type="pres">
      <dgm:prSet presAssocID="{4C0AE2FA-F813-4F32-85FE-36AC4D4168FF}" presName="sibTrans" presStyleCnt="0"/>
      <dgm:spPr/>
    </dgm:pt>
    <dgm:pt modelId="{1872F75A-6C73-48F1-9B2A-B369D87EDD71}" type="pres">
      <dgm:prSet presAssocID="{F454C522-4E36-4D18-915B-9BC66AA104F9}" presName="compNode" presStyleCnt="0"/>
      <dgm:spPr/>
    </dgm:pt>
    <dgm:pt modelId="{17A0C077-FECC-489E-8CC2-FDA67AD1D9C7}" type="pres">
      <dgm:prSet presAssocID="{F454C522-4E36-4D18-915B-9BC66AA104F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1FABCDC-9275-46BA-8BC7-4BE62ADB0149}" type="pres">
      <dgm:prSet presAssocID="{F454C522-4E36-4D18-915B-9BC66AA104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1E4AD8-1764-4CDB-8A07-108815F1AFD9}" type="pres">
      <dgm:prSet presAssocID="{F454C522-4E36-4D18-915B-9BC66AA104F9}" presName="spaceRect" presStyleCnt="0"/>
      <dgm:spPr/>
    </dgm:pt>
    <dgm:pt modelId="{26167B16-23EE-480C-B5DB-932389ED42AE}" type="pres">
      <dgm:prSet presAssocID="{F454C522-4E36-4D18-915B-9BC66AA104F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FCFA03-2A08-4BA7-9D8A-D9DA8024AE8D}" type="presOf" srcId="{7F88701A-1B19-439E-A536-B76C08E692DF}" destId="{21857BF3-EB93-4292-A4CB-BCAB7AC5FE77}" srcOrd="0" destOrd="0" presId="urn:microsoft.com/office/officeart/2018/5/layout/IconLeafLabelList"/>
    <dgm:cxn modelId="{7C776432-C5AC-4F1D-826A-C88ECE7CDB27}" type="presOf" srcId="{F454C522-4E36-4D18-915B-9BC66AA104F9}" destId="{26167B16-23EE-480C-B5DB-932389ED42AE}" srcOrd="0" destOrd="0" presId="urn:microsoft.com/office/officeart/2018/5/layout/IconLeafLabelList"/>
    <dgm:cxn modelId="{B78A937B-F7D7-469B-994E-0328DF83F52D}" type="presOf" srcId="{E6AE5978-50DA-4449-8E6B-30E7DD1CA7D7}" destId="{BFB1320D-A0C7-432B-9267-8893016C38DE}" srcOrd="0" destOrd="0" presId="urn:microsoft.com/office/officeart/2018/5/layout/IconLeafLabelList"/>
    <dgm:cxn modelId="{75F6F483-D09B-48C1-8E3C-F59AD8957206}" srcId="{FC20201B-7839-4829-BD43-E35DE0458D01}" destId="{F454C522-4E36-4D18-915B-9BC66AA104F9}" srcOrd="2" destOrd="0" parTransId="{6AC6F63F-EFA5-4327-8637-44435098A091}" sibTransId="{05F77085-88BF-4C92-8494-16CF39FE29E8}"/>
    <dgm:cxn modelId="{0966DA99-1043-4E2F-9F13-CF2EDD16717A}" type="presOf" srcId="{FC20201B-7839-4829-BD43-E35DE0458D01}" destId="{159A92BB-A2B3-4081-9BC6-6AC1333FCA56}" srcOrd="0" destOrd="0" presId="urn:microsoft.com/office/officeart/2018/5/layout/IconLeafLabelList"/>
    <dgm:cxn modelId="{C6D2B5B1-7D01-4CC5-ABEE-DBC593F3F7BC}" srcId="{FC20201B-7839-4829-BD43-E35DE0458D01}" destId="{7F88701A-1B19-439E-A536-B76C08E692DF}" srcOrd="1" destOrd="0" parTransId="{CE5F09D0-83D3-4FE9-846D-26B3A7984B73}" sibTransId="{4C0AE2FA-F813-4F32-85FE-36AC4D4168FF}"/>
    <dgm:cxn modelId="{A393DCB8-DBF2-4A6E-A8DB-E7FFC081AD1E}" srcId="{FC20201B-7839-4829-BD43-E35DE0458D01}" destId="{E6AE5978-50DA-4449-8E6B-30E7DD1CA7D7}" srcOrd="0" destOrd="0" parTransId="{BD8000D5-D048-490E-843F-B9F327825A8B}" sibTransId="{C2296166-2ACA-4869-AF81-734028FE8400}"/>
    <dgm:cxn modelId="{989E9AEC-EA2A-48B4-96E0-337E766E22FC}" type="presParOf" srcId="{159A92BB-A2B3-4081-9BC6-6AC1333FCA56}" destId="{7EA383BA-1E50-4F1E-A0C7-23E77A4F5B2D}" srcOrd="0" destOrd="0" presId="urn:microsoft.com/office/officeart/2018/5/layout/IconLeafLabelList"/>
    <dgm:cxn modelId="{BD95AA48-0E5F-48B1-84B1-569D893F61A1}" type="presParOf" srcId="{7EA383BA-1E50-4F1E-A0C7-23E77A4F5B2D}" destId="{52292ADF-1211-4DFD-9CB1-327A1E81B326}" srcOrd="0" destOrd="0" presId="urn:microsoft.com/office/officeart/2018/5/layout/IconLeafLabelList"/>
    <dgm:cxn modelId="{5C58EFD0-1D80-4CB1-8EE9-A020689F72F2}" type="presParOf" srcId="{7EA383BA-1E50-4F1E-A0C7-23E77A4F5B2D}" destId="{5584AF9F-D004-4615-A1A5-945049889220}" srcOrd="1" destOrd="0" presId="urn:microsoft.com/office/officeart/2018/5/layout/IconLeafLabelList"/>
    <dgm:cxn modelId="{621E60ED-A9D8-4D49-900C-4BBAF92ECF0D}" type="presParOf" srcId="{7EA383BA-1E50-4F1E-A0C7-23E77A4F5B2D}" destId="{2FC12E7D-55E9-4D2F-8ADA-0584D6F5071C}" srcOrd="2" destOrd="0" presId="urn:microsoft.com/office/officeart/2018/5/layout/IconLeafLabelList"/>
    <dgm:cxn modelId="{AF0F9706-CCC9-44D6-B5DF-F25A0E04664E}" type="presParOf" srcId="{7EA383BA-1E50-4F1E-A0C7-23E77A4F5B2D}" destId="{BFB1320D-A0C7-432B-9267-8893016C38DE}" srcOrd="3" destOrd="0" presId="urn:microsoft.com/office/officeart/2018/5/layout/IconLeafLabelList"/>
    <dgm:cxn modelId="{E0907377-649D-4435-867D-8F3B9BC048D2}" type="presParOf" srcId="{159A92BB-A2B3-4081-9BC6-6AC1333FCA56}" destId="{3AD45C64-1C42-4D17-8C71-9DFD9A0340F6}" srcOrd="1" destOrd="0" presId="urn:microsoft.com/office/officeart/2018/5/layout/IconLeafLabelList"/>
    <dgm:cxn modelId="{FF00C95E-E7DF-4171-AC00-CDFBA4148D0C}" type="presParOf" srcId="{159A92BB-A2B3-4081-9BC6-6AC1333FCA56}" destId="{3C0212F0-B1BE-49AF-B46D-5669F444C21F}" srcOrd="2" destOrd="0" presId="urn:microsoft.com/office/officeart/2018/5/layout/IconLeafLabelList"/>
    <dgm:cxn modelId="{1AA728F3-7126-4D85-A17C-1D88604920E2}" type="presParOf" srcId="{3C0212F0-B1BE-49AF-B46D-5669F444C21F}" destId="{99BBC38F-9B0C-4386-BF08-C4F5FC6F397B}" srcOrd="0" destOrd="0" presId="urn:microsoft.com/office/officeart/2018/5/layout/IconLeafLabelList"/>
    <dgm:cxn modelId="{73B668A3-5F85-4A4B-AFBB-4B962575D6BE}" type="presParOf" srcId="{3C0212F0-B1BE-49AF-B46D-5669F444C21F}" destId="{EC482444-BE69-440E-9E3D-36A6212B2C47}" srcOrd="1" destOrd="0" presId="urn:microsoft.com/office/officeart/2018/5/layout/IconLeafLabelList"/>
    <dgm:cxn modelId="{FA208727-BF1E-4BA8-A98A-9320F31536BB}" type="presParOf" srcId="{3C0212F0-B1BE-49AF-B46D-5669F444C21F}" destId="{8A3914BD-9724-4AFB-BC95-C050AE57900F}" srcOrd="2" destOrd="0" presId="urn:microsoft.com/office/officeart/2018/5/layout/IconLeafLabelList"/>
    <dgm:cxn modelId="{CB77B817-44EB-4733-974D-5D6BBDEEFBB1}" type="presParOf" srcId="{3C0212F0-B1BE-49AF-B46D-5669F444C21F}" destId="{21857BF3-EB93-4292-A4CB-BCAB7AC5FE77}" srcOrd="3" destOrd="0" presId="urn:microsoft.com/office/officeart/2018/5/layout/IconLeafLabelList"/>
    <dgm:cxn modelId="{3438EA56-3A84-4546-80FC-207A75F8DCFC}" type="presParOf" srcId="{159A92BB-A2B3-4081-9BC6-6AC1333FCA56}" destId="{E3FC6DF2-8C71-4BAA-9E27-DFB0CD674C1D}" srcOrd="3" destOrd="0" presId="urn:microsoft.com/office/officeart/2018/5/layout/IconLeafLabelList"/>
    <dgm:cxn modelId="{44FA7AA1-9ABE-45C4-93A4-82D196DCE699}" type="presParOf" srcId="{159A92BB-A2B3-4081-9BC6-6AC1333FCA56}" destId="{1872F75A-6C73-48F1-9B2A-B369D87EDD71}" srcOrd="4" destOrd="0" presId="urn:microsoft.com/office/officeart/2018/5/layout/IconLeafLabelList"/>
    <dgm:cxn modelId="{3B3CF914-5B74-4DFE-B864-A581488D1AD5}" type="presParOf" srcId="{1872F75A-6C73-48F1-9B2A-B369D87EDD71}" destId="{17A0C077-FECC-489E-8CC2-FDA67AD1D9C7}" srcOrd="0" destOrd="0" presId="urn:microsoft.com/office/officeart/2018/5/layout/IconLeafLabelList"/>
    <dgm:cxn modelId="{6A5E8D45-3148-45EA-AF6B-D81BC0359733}" type="presParOf" srcId="{1872F75A-6C73-48F1-9B2A-B369D87EDD71}" destId="{51FABCDC-9275-46BA-8BC7-4BE62ADB0149}" srcOrd="1" destOrd="0" presId="urn:microsoft.com/office/officeart/2018/5/layout/IconLeafLabelList"/>
    <dgm:cxn modelId="{380ABC64-A4F1-46E9-8DB3-A8768B2F791D}" type="presParOf" srcId="{1872F75A-6C73-48F1-9B2A-B369D87EDD71}" destId="{AC1E4AD8-1764-4CDB-8A07-108815F1AFD9}" srcOrd="2" destOrd="0" presId="urn:microsoft.com/office/officeart/2018/5/layout/IconLeafLabelList"/>
    <dgm:cxn modelId="{C0D7816F-2C92-4634-A8EA-2141624C3449}" type="presParOf" srcId="{1872F75A-6C73-48F1-9B2A-B369D87EDD71}" destId="{26167B16-23EE-480C-B5DB-932389ED42A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D3C1D-5227-441F-A7E0-07CF6CC2B9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64752B2-3291-44C4-B09F-A8977825A0CC}">
      <dgm:prSet/>
      <dgm:spPr/>
      <dgm:t>
        <a:bodyPr/>
        <a:lstStyle/>
        <a:p>
          <a:r>
            <a:rPr lang="en-US"/>
            <a:t>Shell pipelines are a common way to move data between programs, e.g.:</a:t>
          </a:r>
          <a:br>
            <a:rPr lang="en-US"/>
          </a:br>
          <a:endParaRPr lang="en-US"/>
        </a:p>
      </dgm:t>
    </dgm:pt>
    <dgm:pt modelId="{C2E6CD7C-3A6E-40B1-8134-2247B609D8C9}" type="parTrans" cxnId="{0EBB9825-8389-4E9A-A4CB-43F38DC944B3}">
      <dgm:prSet/>
      <dgm:spPr/>
      <dgm:t>
        <a:bodyPr/>
        <a:lstStyle/>
        <a:p>
          <a:endParaRPr lang="en-US"/>
        </a:p>
      </dgm:t>
    </dgm:pt>
    <dgm:pt modelId="{7EB9104B-979A-48C8-B394-C0A6FD263177}" type="sibTrans" cxnId="{0EBB9825-8389-4E9A-A4CB-43F38DC944B3}">
      <dgm:prSet/>
      <dgm:spPr/>
      <dgm:t>
        <a:bodyPr/>
        <a:lstStyle/>
        <a:p>
          <a:endParaRPr lang="en-US"/>
        </a:p>
      </dgm:t>
    </dgm:pt>
    <dgm:pt modelId="{300AD4CA-FE84-4B38-99A2-C9122C887334}">
      <dgm:prSet/>
      <dgm:spPr/>
      <dgm:t>
        <a:bodyPr/>
        <a:lstStyle/>
        <a:p>
          <a:r>
            <a:rPr lang="en-US"/>
            <a:t>cat filename | grep “search_string”</a:t>
          </a:r>
        </a:p>
      </dgm:t>
    </dgm:pt>
    <dgm:pt modelId="{D18706FC-B43E-4B81-AF3F-9E82DADF462B}" type="parTrans" cxnId="{41458D4F-5CF0-468B-87DF-01C075E547C2}">
      <dgm:prSet/>
      <dgm:spPr/>
      <dgm:t>
        <a:bodyPr/>
        <a:lstStyle/>
        <a:p>
          <a:endParaRPr lang="en-US"/>
        </a:p>
      </dgm:t>
    </dgm:pt>
    <dgm:pt modelId="{513BF31E-9208-4DA4-80CD-99C202E75292}" type="sibTrans" cxnId="{41458D4F-5CF0-468B-87DF-01C075E547C2}">
      <dgm:prSet/>
      <dgm:spPr/>
      <dgm:t>
        <a:bodyPr/>
        <a:lstStyle/>
        <a:p>
          <a:endParaRPr lang="en-US"/>
        </a:p>
      </dgm:t>
    </dgm:pt>
    <dgm:pt modelId="{B4233E26-0795-47EF-9DEF-4395C7033CC9}">
      <dgm:prSet/>
      <dgm:spPr/>
      <dgm:t>
        <a:bodyPr/>
        <a:lstStyle/>
        <a:p>
          <a:r>
            <a:rPr lang="en-US"/>
            <a:t>Linux provides pipe() system call to allow direct inter-process communication</a:t>
          </a:r>
        </a:p>
      </dgm:t>
    </dgm:pt>
    <dgm:pt modelId="{5E83CE94-A1F9-4E4E-B7F3-6CDBB08EC844}" type="parTrans" cxnId="{2BCB451C-F032-40CE-9081-598B5DEBA5A3}">
      <dgm:prSet/>
      <dgm:spPr/>
      <dgm:t>
        <a:bodyPr/>
        <a:lstStyle/>
        <a:p>
          <a:endParaRPr lang="en-US"/>
        </a:p>
      </dgm:t>
    </dgm:pt>
    <dgm:pt modelId="{EA97C806-83FC-4306-8876-2C61969201E3}" type="sibTrans" cxnId="{2BCB451C-F032-40CE-9081-598B5DEBA5A3}">
      <dgm:prSet/>
      <dgm:spPr/>
      <dgm:t>
        <a:bodyPr/>
        <a:lstStyle/>
        <a:p>
          <a:endParaRPr lang="en-US"/>
        </a:p>
      </dgm:t>
    </dgm:pt>
    <dgm:pt modelId="{F03E27BC-80E4-4B18-82F7-74034C96E39B}">
      <dgm:prSet/>
      <dgm:spPr/>
      <dgm:t>
        <a:bodyPr/>
        <a:lstStyle/>
        <a:p>
          <a:r>
            <a:rPr lang="en-US"/>
            <a:t>Command above relies on shell “pipelines” which do not necessarily use pipe()</a:t>
          </a:r>
        </a:p>
      </dgm:t>
    </dgm:pt>
    <dgm:pt modelId="{952E827F-EE2C-4833-927D-AD2F5C89F97C}" type="parTrans" cxnId="{A2AB94E9-F36B-432D-9F61-61A45A028921}">
      <dgm:prSet/>
      <dgm:spPr/>
      <dgm:t>
        <a:bodyPr/>
        <a:lstStyle/>
        <a:p>
          <a:endParaRPr lang="en-US"/>
        </a:p>
      </dgm:t>
    </dgm:pt>
    <dgm:pt modelId="{0D2D04B8-0EAA-445C-8BA8-3C4B392FB2AB}" type="sibTrans" cxnId="{A2AB94E9-F36B-432D-9F61-61A45A028921}">
      <dgm:prSet/>
      <dgm:spPr/>
      <dgm:t>
        <a:bodyPr/>
        <a:lstStyle/>
        <a:p>
          <a:endParaRPr lang="en-US"/>
        </a:p>
      </dgm:t>
    </dgm:pt>
    <dgm:pt modelId="{7F451353-EF6B-4B6F-A0B8-066AF82359E5}" type="pres">
      <dgm:prSet presAssocID="{FA1D3C1D-5227-441F-A7E0-07CF6CC2B908}" presName="linear" presStyleCnt="0">
        <dgm:presLayoutVars>
          <dgm:animLvl val="lvl"/>
          <dgm:resizeHandles val="exact"/>
        </dgm:presLayoutVars>
      </dgm:prSet>
      <dgm:spPr/>
    </dgm:pt>
    <dgm:pt modelId="{A007F52F-7D21-4CD5-932C-A092CCF6C476}" type="pres">
      <dgm:prSet presAssocID="{264752B2-3291-44C4-B09F-A8977825A0C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56C255-A64F-4DEC-9C84-F263A6BCC240}" type="pres">
      <dgm:prSet presAssocID="{7EB9104B-979A-48C8-B394-C0A6FD263177}" presName="spacer" presStyleCnt="0"/>
      <dgm:spPr/>
    </dgm:pt>
    <dgm:pt modelId="{25D160A7-304B-46F0-950F-D6864B30C875}" type="pres">
      <dgm:prSet presAssocID="{300AD4CA-FE84-4B38-99A2-C9122C88733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1837E3B-F7E6-492A-BD76-940DD9B237EE}" type="pres">
      <dgm:prSet presAssocID="{513BF31E-9208-4DA4-80CD-99C202E75292}" presName="spacer" presStyleCnt="0"/>
      <dgm:spPr/>
    </dgm:pt>
    <dgm:pt modelId="{CB8219D1-9809-4A59-A9E8-04E97109161B}" type="pres">
      <dgm:prSet presAssocID="{B4233E26-0795-47EF-9DEF-4395C7033C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1489F1-8E05-49D3-9A46-E3CEB411341B}" type="pres">
      <dgm:prSet presAssocID="{EA97C806-83FC-4306-8876-2C61969201E3}" presName="spacer" presStyleCnt="0"/>
      <dgm:spPr/>
    </dgm:pt>
    <dgm:pt modelId="{4D281DF8-8D58-4065-A8A5-5C21A34C4BB1}" type="pres">
      <dgm:prSet presAssocID="{F03E27BC-80E4-4B18-82F7-74034C96E3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CB451C-F032-40CE-9081-598B5DEBA5A3}" srcId="{FA1D3C1D-5227-441F-A7E0-07CF6CC2B908}" destId="{B4233E26-0795-47EF-9DEF-4395C7033CC9}" srcOrd="2" destOrd="0" parTransId="{5E83CE94-A1F9-4E4E-B7F3-6CDBB08EC844}" sibTransId="{EA97C806-83FC-4306-8876-2C61969201E3}"/>
    <dgm:cxn modelId="{0EBB9825-8389-4E9A-A4CB-43F38DC944B3}" srcId="{FA1D3C1D-5227-441F-A7E0-07CF6CC2B908}" destId="{264752B2-3291-44C4-B09F-A8977825A0CC}" srcOrd="0" destOrd="0" parTransId="{C2E6CD7C-3A6E-40B1-8134-2247B609D8C9}" sibTransId="{7EB9104B-979A-48C8-B394-C0A6FD263177}"/>
    <dgm:cxn modelId="{EA974F4F-FFEF-458D-8704-3E50A2ADCD38}" type="presOf" srcId="{264752B2-3291-44C4-B09F-A8977825A0CC}" destId="{A007F52F-7D21-4CD5-932C-A092CCF6C476}" srcOrd="0" destOrd="0" presId="urn:microsoft.com/office/officeart/2005/8/layout/vList2"/>
    <dgm:cxn modelId="{41458D4F-5CF0-468B-87DF-01C075E547C2}" srcId="{FA1D3C1D-5227-441F-A7E0-07CF6CC2B908}" destId="{300AD4CA-FE84-4B38-99A2-C9122C887334}" srcOrd="1" destOrd="0" parTransId="{D18706FC-B43E-4B81-AF3F-9E82DADF462B}" sibTransId="{513BF31E-9208-4DA4-80CD-99C202E75292}"/>
    <dgm:cxn modelId="{6B54E780-CF6F-48DA-8A27-5F07E4F98003}" type="presOf" srcId="{300AD4CA-FE84-4B38-99A2-C9122C887334}" destId="{25D160A7-304B-46F0-950F-D6864B30C875}" srcOrd="0" destOrd="0" presId="urn:microsoft.com/office/officeart/2005/8/layout/vList2"/>
    <dgm:cxn modelId="{BC091B9C-58E9-48FF-8D44-4490CF3BF759}" type="presOf" srcId="{B4233E26-0795-47EF-9DEF-4395C7033CC9}" destId="{CB8219D1-9809-4A59-A9E8-04E97109161B}" srcOrd="0" destOrd="0" presId="urn:microsoft.com/office/officeart/2005/8/layout/vList2"/>
    <dgm:cxn modelId="{689943D9-5663-46A3-AE00-6F0688F29CC5}" type="presOf" srcId="{FA1D3C1D-5227-441F-A7E0-07CF6CC2B908}" destId="{7F451353-EF6B-4B6F-A0B8-066AF82359E5}" srcOrd="0" destOrd="0" presId="urn:microsoft.com/office/officeart/2005/8/layout/vList2"/>
    <dgm:cxn modelId="{A2AB94E9-F36B-432D-9F61-61A45A028921}" srcId="{FA1D3C1D-5227-441F-A7E0-07CF6CC2B908}" destId="{F03E27BC-80E4-4B18-82F7-74034C96E39B}" srcOrd="3" destOrd="0" parTransId="{952E827F-EE2C-4833-927D-AD2F5C89F97C}" sibTransId="{0D2D04B8-0EAA-445C-8BA8-3C4B392FB2AB}"/>
    <dgm:cxn modelId="{1E08D1EA-A710-4519-A2CF-399A2B4BAC2A}" type="presOf" srcId="{F03E27BC-80E4-4B18-82F7-74034C96E39B}" destId="{4D281DF8-8D58-4065-A8A5-5C21A34C4BB1}" srcOrd="0" destOrd="0" presId="urn:microsoft.com/office/officeart/2005/8/layout/vList2"/>
    <dgm:cxn modelId="{03FD521D-5C9F-4F19-BD81-264EB1290DA7}" type="presParOf" srcId="{7F451353-EF6B-4B6F-A0B8-066AF82359E5}" destId="{A007F52F-7D21-4CD5-932C-A092CCF6C476}" srcOrd="0" destOrd="0" presId="urn:microsoft.com/office/officeart/2005/8/layout/vList2"/>
    <dgm:cxn modelId="{4ADD6E51-5DA7-462D-A161-7E579AD0F54D}" type="presParOf" srcId="{7F451353-EF6B-4B6F-A0B8-066AF82359E5}" destId="{7A56C255-A64F-4DEC-9C84-F263A6BCC240}" srcOrd="1" destOrd="0" presId="urn:microsoft.com/office/officeart/2005/8/layout/vList2"/>
    <dgm:cxn modelId="{E582B575-7F3E-4C64-A855-80CD0D9405FA}" type="presParOf" srcId="{7F451353-EF6B-4B6F-A0B8-066AF82359E5}" destId="{25D160A7-304B-46F0-950F-D6864B30C875}" srcOrd="2" destOrd="0" presId="urn:microsoft.com/office/officeart/2005/8/layout/vList2"/>
    <dgm:cxn modelId="{5F745EC5-7ACB-4326-B320-535C02973098}" type="presParOf" srcId="{7F451353-EF6B-4B6F-A0B8-066AF82359E5}" destId="{71837E3B-F7E6-492A-BD76-940DD9B237EE}" srcOrd="3" destOrd="0" presId="urn:microsoft.com/office/officeart/2005/8/layout/vList2"/>
    <dgm:cxn modelId="{87786464-A77A-4599-8630-60F36E3E399E}" type="presParOf" srcId="{7F451353-EF6B-4B6F-A0B8-066AF82359E5}" destId="{CB8219D1-9809-4A59-A9E8-04E97109161B}" srcOrd="4" destOrd="0" presId="urn:microsoft.com/office/officeart/2005/8/layout/vList2"/>
    <dgm:cxn modelId="{2BF771E3-6ED6-439F-ACD9-5E2294503D67}" type="presParOf" srcId="{7F451353-EF6B-4B6F-A0B8-066AF82359E5}" destId="{F81489F1-8E05-49D3-9A46-E3CEB411341B}" srcOrd="5" destOrd="0" presId="urn:microsoft.com/office/officeart/2005/8/layout/vList2"/>
    <dgm:cxn modelId="{8CE9BA80-5013-4719-96D1-A7314B7F0322}" type="presParOf" srcId="{7F451353-EF6B-4B6F-A0B8-066AF82359E5}" destId="{4D281DF8-8D58-4065-A8A5-5C21A34C4BB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D3E6CC5-4D7C-4966-840A-3E54E560DDE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575B43-DE42-4298-BD86-0E8D0987471A}">
      <dgm:prSet/>
      <dgm:spPr/>
      <dgm:t>
        <a:bodyPr/>
        <a:lstStyle/>
        <a:p>
          <a:r>
            <a:rPr lang="en-US"/>
            <a:t>Temporary, parent-child only</a:t>
          </a:r>
        </a:p>
      </dgm:t>
    </dgm:pt>
    <dgm:pt modelId="{8A6F862E-64D4-4D1F-82C5-EC43004A94B0}" type="parTrans" cxnId="{DE24FD01-3A7F-4BD0-A413-80FFF91EDD0F}">
      <dgm:prSet/>
      <dgm:spPr/>
      <dgm:t>
        <a:bodyPr/>
        <a:lstStyle/>
        <a:p>
          <a:endParaRPr lang="en-US"/>
        </a:p>
      </dgm:t>
    </dgm:pt>
    <dgm:pt modelId="{0B5143F8-3872-48E6-B665-5EFF0146202B}" type="sibTrans" cxnId="{DE24FD01-3A7F-4BD0-A413-80FFF91EDD0F}">
      <dgm:prSet/>
      <dgm:spPr/>
      <dgm:t>
        <a:bodyPr/>
        <a:lstStyle/>
        <a:p>
          <a:endParaRPr lang="en-US"/>
        </a:p>
      </dgm:t>
    </dgm:pt>
    <dgm:pt modelId="{256CE08F-301F-4191-9746-BD1E0955886E}">
      <dgm:prSet/>
      <dgm:spPr/>
      <dgm:t>
        <a:bodyPr/>
        <a:lstStyle/>
        <a:p>
          <a:r>
            <a:rPr lang="en-US"/>
            <a:t>Half-duplex, FIFO</a:t>
          </a:r>
        </a:p>
      </dgm:t>
    </dgm:pt>
    <dgm:pt modelId="{BF42A6D4-4D2E-4F2A-97B3-90CC7BDBAA5F}" type="parTrans" cxnId="{0A2CF09F-DCDE-4432-AE20-7CE93085336A}">
      <dgm:prSet/>
      <dgm:spPr/>
      <dgm:t>
        <a:bodyPr/>
        <a:lstStyle/>
        <a:p>
          <a:endParaRPr lang="en-US"/>
        </a:p>
      </dgm:t>
    </dgm:pt>
    <dgm:pt modelId="{C345CEC2-62F7-4583-AA2B-BF04A6A944EC}" type="sibTrans" cxnId="{0A2CF09F-DCDE-4432-AE20-7CE93085336A}">
      <dgm:prSet/>
      <dgm:spPr/>
      <dgm:t>
        <a:bodyPr/>
        <a:lstStyle/>
        <a:p>
          <a:endParaRPr lang="en-US"/>
        </a:p>
      </dgm:t>
    </dgm:pt>
    <dgm:pt modelId="{985A1E82-1E37-4791-8054-D26C1EDDA621}">
      <dgm:prSet/>
      <dgm:spPr/>
      <dgm:t>
        <a:bodyPr/>
        <a:lstStyle/>
        <a:p>
          <a:r>
            <a:rPr lang="en-US"/>
            <a:t>Created with pipe(fd)</a:t>
          </a:r>
        </a:p>
      </dgm:t>
    </dgm:pt>
    <dgm:pt modelId="{2C4A3139-7071-4669-ACA2-BCB80756A471}" type="parTrans" cxnId="{D4D8CCC1-F0B3-4055-BF64-E3C20623B5F3}">
      <dgm:prSet/>
      <dgm:spPr/>
      <dgm:t>
        <a:bodyPr/>
        <a:lstStyle/>
        <a:p>
          <a:endParaRPr lang="en-US"/>
        </a:p>
      </dgm:t>
    </dgm:pt>
    <dgm:pt modelId="{DD77F350-D38C-4208-8C9E-0716EDC54969}" type="sibTrans" cxnId="{D4D8CCC1-F0B3-4055-BF64-E3C20623B5F3}">
      <dgm:prSet/>
      <dgm:spPr/>
      <dgm:t>
        <a:bodyPr/>
        <a:lstStyle/>
        <a:p>
          <a:endParaRPr lang="en-US"/>
        </a:p>
      </dgm:t>
    </dgm:pt>
    <dgm:pt modelId="{0F37BC33-F2DE-426F-BC8D-3A4DDD2AF683}">
      <dgm:prSet/>
      <dgm:spPr/>
      <dgm:t>
        <a:bodyPr/>
        <a:lstStyle/>
        <a:p>
          <a:r>
            <a:rPr lang="en-US"/>
            <a:t>Exists only in memory</a:t>
          </a:r>
        </a:p>
      </dgm:t>
    </dgm:pt>
    <dgm:pt modelId="{65DC2BB3-A95E-44CD-8E86-423D67EB06BB}" type="parTrans" cxnId="{D19753E6-11FB-4026-84D9-D2BD30F1E9BE}">
      <dgm:prSet/>
      <dgm:spPr/>
      <dgm:t>
        <a:bodyPr/>
        <a:lstStyle/>
        <a:p>
          <a:endParaRPr lang="en-US"/>
        </a:p>
      </dgm:t>
    </dgm:pt>
    <dgm:pt modelId="{A957F502-EE94-40AE-A9B0-367619788E75}" type="sibTrans" cxnId="{D19753E6-11FB-4026-84D9-D2BD30F1E9BE}">
      <dgm:prSet/>
      <dgm:spPr/>
      <dgm:t>
        <a:bodyPr/>
        <a:lstStyle/>
        <a:p>
          <a:endParaRPr lang="en-US"/>
        </a:p>
      </dgm:t>
    </dgm:pt>
    <dgm:pt modelId="{72ED46BB-C005-46E2-AD69-B09984A4DC03}" type="pres">
      <dgm:prSet presAssocID="{BD3E6CC5-4D7C-4966-840A-3E54E560DDEF}" presName="diagram" presStyleCnt="0">
        <dgm:presLayoutVars>
          <dgm:dir/>
          <dgm:resizeHandles val="exact"/>
        </dgm:presLayoutVars>
      </dgm:prSet>
      <dgm:spPr/>
    </dgm:pt>
    <dgm:pt modelId="{CA064D7D-056F-4570-A92A-AEBA6D444F64}" type="pres">
      <dgm:prSet presAssocID="{63575B43-DE42-4298-BD86-0E8D0987471A}" presName="node" presStyleLbl="node1" presStyleIdx="0" presStyleCnt="4">
        <dgm:presLayoutVars>
          <dgm:bulletEnabled val="1"/>
        </dgm:presLayoutVars>
      </dgm:prSet>
      <dgm:spPr/>
    </dgm:pt>
    <dgm:pt modelId="{52C15551-6F7F-46FE-8D3E-735E36361A6C}" type="pres">
      <dgm:prSet presAssocID="{0B5143F8-3872-48E6-B665-5EFF0146202B}" presName="sibTrans" presStyleCnt="0"/>
      <dgm:spPr/>
    </dgm:pt>
    <dgm:pt modelId="{00720D22-0B76-4920-BCF5-2272FF289FE5}" type="pres">
      <dgm:prSet presAssocID="{256CE08F-301F-4191-9746-BD1E0955886E}" presName="node" presStyleLbl="node1" presStyleIdx="1" presStyleCnt="4">
        <dgm:presLayoutVars>
          <dgm:bulletEnabled val="1"/>
        </dgm:presLayoutVars>
      </dgm:prSet>
      <dgm:spPr/>
    </dgm:pt>
    <dgm:pt modelId="{2F378E8B-091B-43AA-AF3E-FCF45BE33D64}" type="pres">
      <dgm:prSet presAssocID="{C345CEC2-62F7-4583-AA2B-BF04A6A944EC}" presName="sibTrans" presStyleCnt="0"/>
      <dgm:spPr/>
    </dgm:pt>
    <dgm:pt modelId="{9DE98742-158E-4B12-8B32-BDA708499380}" type="pres">
      <dgm:prSet presAssocID="{985A1E82-1E37-4791-8054-D26C1EDDA621}" presName="node" presStyleLbl="node1" presStyleIdx="2" presStyleCnt="4">
        <dgm:presLayoutVars>
          <dgm:bulletEnabled val="1"/>
        </dgm:presLayoutVars>
      </dgm:prSet>
      <dgm:spPr/>
    </dgm:pt>
    <dgm:pt modelId="{1AD109E1-E44E-4DAB-8D1E-8FB342184016}" type="pres">
      <dgm:prSet presAssocID="{DD77F350-D38C-4208-8C9E-0716EDC54969}" presName="sibTrans" presStyleCnt="0"/>
      <dgm:spPr/>
    </dgm:pt>
    <dgm:pt modelId="{D9FE9A1E-A66E-433D-A676-F32E11454ADA}" type="pres">
      <dgm:prSet presAssocID="{0F37BC33-F2DE-426F-BC8D-3A4DDD2AF683}" presName="node" presStyleLbl="node1" presStyleIdx="3" presStyleCnt="4">
        <dgm:presLayoutVars>
          <dgm:bulletEnabled val="1"/>
        </dgm:presLayoutVars>
      </dgm:prSet>
      <dgm:spPr/>
    </dgm:pt>
  </dgm:ptLst>
  <dgm:cxnLst>
    <dgm:cxn modelId="{DE24FD01-3A7F-4BD0-A413-80FFF91EDD0F}" srcId="{BD3E6CC5-4D7C-4966-840A-3E54E560DDEF}" destId="{63575B43-DE42-4298-BD86-0E8D0987471A}" srcOrd="0" destOrd="0" parTransId="{8A6F862E-64D4-4D1F-82C5-EC43004A94B0}" sibTransId="{0B5143F8-3872-48E6-B665-5EFF0146202B}"/>
    <dgm:cxn modelId="{E59E4B07-AF79-41EA-B603-B2CC2F644887}" type="presOf" srcId="{0F37BC33-F2DE-426F-BC8D-3A4DDD2AF683}" destId="{D9FE9A1E-A66E-433D-A676-F32E11454ADA}" srcOrd="0" destOrd="0" presId="urn:microsoft.com/office/officeart/2005/8/layout/default"/>
    <dgm:cxn modelId="{663F4108-D4A5-49BA-8165-CD07E8996E73}" type="presOf" srcId="{BD3E6CC5-4D7C-4966-840A-3E54E560DDEF}" destId="{72ED46BB-C005-46E2-AD69-B09984A4DC03}" srcOrd="0" destOrd="0" presId="urn:microsoft.com/office/officeart/2005/8/layout/default"/>
    <dgm:cxn modelId="{C91EE07E-76B2-4571-B5FB-A51E2A772C86}" type="presOf" srcId="{256CE08F-301F-4191-9746-BD1E0955886E}" destId="{00720D22-0B76-4920-BCF5-2272FF289FE5}" srcOrd="0" destOrd="0" presId="urn:microsoft.com/office/officeart/2005/8/layout/default"/>
    <dgm:cxn modelId="{E9889292-B47D-437F-81CC-B384DD60B624}" type="presOf" srcId="{63575B43-DE42-4298-BD86-0E8D0987471A}" destId="{CA064D7D-056F-4570-A92A-AEBA6D444F64}" srcOrd="0" destOrd="0" presId="urn:microsoft.com/office/officeart/2005/8/layout/default"/>
    <dgm:cxn modelId="{6B6BCD9E-B7DC-4B4D-BA08-29058141E8D9}" type="presOf" srcId="{985A1E82-1E37-4791-8054-D26C1EDDA621}" destId="{9DE98742-158E-4B12-8B32-BDA708499380}" srcOrd="0" destOrd="0" presId="urn:microsoft.com/office/officeart/2005/8/layout/default"/>
    <dgm:cxn modelId="{0A2CF09F-DCDE-4432-AE20-7CE93085336A}" srcId="{BD3E6CC5-4D7C-4966-840A-3E54E560DDEF}" destId="{256CE08F-301F-4191-9746-BD1E0955886E}" srcOrd="1" destOrd="0" parTransId="{BF42A6D4-4D2E-4F2A-97B3-90CC7BDBAA5F}" sibTransId="{C345CEC2-62F7-4583-AA2B-BF04A6A944EC}"/>
    <dgm:cxn modelId="{D4D8CCC1-F0B3-4055-BF64-E3C20623B5F3}" srcId="{BD3E6CC5-4D7C-4966-840A-3E54E560DDEF}" destId="{985A1E82-1E37-4791-8054-D26C1EDDA621}" srcOrd="2" destOrd="0" parTransId="{2C4A3139-7071-4669-ACA2-BCB80756A471}" sibTransId="{DD77F350-D38C-4208-8C9E-0716EDC54969}"/>
    <dgm:cxn modelId="{D19753E6-11FB-4026-84D9-D2BD30F1E9BE}" srcId="{BD3E6CC5-4D7C-4966-840A-3E54E560DDEF}" destId="{0F37BC33-F2DE-426F-BC8D-3A4DDD2AF683}" srcOrd="3" destOrd="0" parTransId="{65DC2BB3-A95E-44CD-8E86-423D67EB06BB}" sibTransId="{A957F502-EE94-40AE-A9B0-367619788E75}"/>
    <dgm:cxn modelId="{A28F521F-8D4E-40BB-9644-51C949A7C04C}" type="presParOf" srcId="{72ED46BB-C005-46E2-AD69-B09984A4DC03}" destId="{CA064D7D-056F-4570-A92A-AEBA6D444F64}" srcOrd="0" destOrd="0" presId="urn:microsoft.com/office/officeart/2005/8/layout/default"/>
    <dgm:cxn modelId="{7AD6AE62-35FF-44EC-B746-A1BE8D29967C}" type="presParOf" srcId="{72ED46BB-C005-46E2-AD69-B09984A4DC03}" destId="{52C15551-6F7F-46FE-8D3E-735E36361A6C}" srcOrd="1" destOrd="0" presId="urn:microsoft.com/office/officeart/2005/8/layout/default"/>
    <dgm:cxn modelId="{83A89558-6AAA-47F1-8916-FF7619B28716}" type="presParOf" srcId="{72ED46BB-C005-46E2-AD69-B09984A4DC03}" destId="{00720D22-0B76-4920-BCF5-2272FF289FE5}" srcOrd="2" destOrd="0" presId="urn:microsoft.com/office/officeart/2005/8/layout/default"/>
    <dgm:cxn modelId="{70BDBCB8-6A68-49A4-8CE8-A7001E6CCF71}" type="presParOf" srcId="{72ED46BB-C005-46E2-AD69-B09984A4DC03}" destId="{2F378E8B-091B-43AA-AF3E-FCF45BE33D64}" srcOrd="3" destOrd="0" presId="urn:microsoft.com/office/officeart/2005/8/layout/default"/>
    <dgm:cxn modelId="{D023FF2B-5445-420A-B18C-6C6F8C215B7C}" type="presParOf" srcId="{72ED46BB-C005-46E2-AD69-B09984A4DC03}" destId="{9DE98742-158E-4B12-8B32-BDA708499380}" srcOrd="4" destOrd="0" presId="urn:microsoft.com/office/officeart/2005/8/layout/default"/>
    <dgm:cxn modelId="{26AA6C61-BCC2-443A-BAAC-5BF5D3B5DE2F}" type="presParOf" srcId="{72ED46BB-C005-46E2-AD69-B09984A4DC03}" destId="{1AD109E1-E44E-4DAB-8D1E-8FB342184016}" srcOrd="5" destOrd="0" presId="urn:microsoft.com/office/officeart/2005/8/layout/default"/>
    <dgm:cxn modelId="{8057CA35-D9E5-4275-B53D-889B628BBD22}" type="presParOf" srcId="{72ED46BB-C005-46E2-AD69-B09984A4DC03}" destId="{D9FE9A1E-A66E-433D-A676-F32E11454ADA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C5DC7B-4116-4C96-A89B-F761F2613A2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8CE119-D441-4E2B-8E23-DAA0C1D99B62}">
      <dgm:prSet/>
      <dgm:spPr/>
      <dgm:t>
        <a:bodyPr/>
        <a:lstStyle/>
        <a:p>
          <a:r>
            <a:rPr lang="en-US"/>
            <a:t>Special file in filesystem</a:t>
          </a:r>
        </a:p>
      </dgm:t>
    </dgm:pt>
    <dgm:pt modelId="{E4981609-2653-43EE-849D-EFE91FCF9964}" type="parTrans" cxnId="{FC2AE560-AE8A-4FA0-9958-5410924BDBA3}">
      <dgm:prSet/>
      <dgm:spPr/>
      <dgm:t>
        <a:bodyPr/>
        <a:lstStyle/>
        <a:p>
          <a:endParaRPr lang="en-US"/>
        </a:p>
      </dgm:t>
    </dgm:pt>
    <dgm:pt modelId="{27D84C78-57C3-40F1-A515-C9BCF2F9FBBD}" type="sibTrans" cxnId="{FC2AE560-AE8A-4FA0-9958-5410924BDBA3}">
      <dgm:prSet/>
      <dgm:spPr/>
      <dgm:t>
        <a:bodyPr/>
        <a:lstStyle/>
        <a:p>
          <a:endParaRPr lang="en-US"/>
        </a:p>
      </dgm:t>
    </dgm:pt>
    <dgm:pt modelId="{6519AFA2-C1F8-4D5D-B57B-7550E965BE7D}">
      <dgm:prSet/>
      <dgm:spPr/>
      <dgm:t>
        <a:bodyPr/>
        <a:lstStyle/>
        <a:p>
          <a:r>
            <a:rPr lang="en-US"/>
            <a:t>Allows unrelated processes to communicate</a:t>
          </a:r>
        </a:p>
      </dgm:t>
    </dgm:pt>
    <dgm:pt modelId="{BB4D4633-2F1B-4DE6-A5DB-59E9460532B8}" type="parTrans" cxnId="{6DBD8200-B4F1-4106-8D15-16F094575E6A}">
      <dgm:prSet/>
      <dgm:spPr/>
      <dgm:t>
        <a:bodyPr/>
        <a:lstStyle/>
        <a:p>
          <a:endParaRPr lang="en-US"/>
        </a:p>
      </dgm:t>
    </dgm:pt>
    <dgm:pt modelId="{D1FF5B75-C985-4E15-9154-1BDE254070A5}" type="sibTrans" cxnId="{6DBD8200-B4F1-4106-8D15-16F094575E6A}">
      <dgm:prSet/>
      <dgm:spPr/>
      <dgm:t>
        <a:bodyPr/>
        <a:lstStyle/>
        <a:p>
          <a:endParaRPr lang="en-US"/>
        </a:p>
      </dgm:t>
    </dgm:pt>
    <dgm:pt modelId="{2FE0A71D-1BDD-4900-9616-FC2CC89B9C56}">
      <dgm:prSet/>
      <dgm:spPr/>
      <dgm:t>
        <a:bodyPr/>
        <a:lstStyle/>
        <a:p>
          <a:r>
            <a:rPr lang="en-US"/>
            <a:t>Created with mkfifo</a:t>
          </a:r>
        </a:p>
      </dgm:t>
    </dgm:pt>
    <dgm:pt modelId="{314C168F-7622-4613-A3E5-195F1CCE17E2}" type="parTrans" cxnId="{DE29EEA1-F52D-49D8-ADA3-05B068E1561D}">
      <dgm:prSet/>
      <dgm:spPr/>
      <dgm:t>
        <a:bodyPr/>
        <a:lstStyle/>
        <a:p>
          <a:endParaRPr lang="en-US"/>
        </a:p>
      </dgm:t>
    </dgm:pt>
    <dgm:pt modelId="{BE47493B-2EEC-43B1-9AEA-ECC6332495EA}" type="sibTrans" cxnId="{DE29EEA1-F52D-49D8-ADA3-05B068E1561D}">
      <dgm:prSet/>
      <dgm:spPr/>
      <dgm:t>
        <a:bodyPr/>
        <a:lstStyle/>
        <a:p>
          <a:endParaRPr lang="en-US"/>
        </a:p>
      </dgm:t>
    </dgm:pt>
    <dgm:pt modelId="{4DD2C71F-8158-442F-A2F8-C15559444F55}" type="pres">
      <dgm:prSet presAssocID="{E7C5DC7B-4116-4C96-A89B-F761F2613A2F}" presName="diagram" presStyleCnt="0">
        <dgm:presLayoutVars>
          <dgm:dir/>
          <dgm:resizeHandles val="exact"/>
        </dgm:presLayoutVars>
      </dgm:prSet>
      <dgm:spPr/>
    </dgm:pt>
    <dgm:pt modelId="{222FA205-61BF-45B5-9451-800AD0AC92EB}" type="pres">
      <dgm:prSet presAssocID="{298CE119-D441-4E2B-8E23-DAA0C1D99B62}" presName="node" presStyleLbl="node1" presStyleIdx="0" presStyleCnt="3">
        <dgm:presLayoutVars>
          <dgm:bulletEnabled val="1"/>
        </dgm:presLayoutVars>
      </dgm:prSet>
      <dgm:spPr/>
    </dgm:pt>
    <dgm:pt modelId="{9A313C7E-508B-4D74-AED0-B4470A5F7382}" type="pres">
      <dgm:prSet presAssocID="{27D84C78-57C3-40F1-A515-C9BCF2F9FBBD}" presName="sibTrans" presStyleCnt="0"/>
      <dgm:spPr/>
    </dgm:pt>
    <dgm:pt modelId="{D15D0B7B-09F7-493F-B706-A9F753AD7CAC}" type="pres">
      <dgm:prSet presAssocID="{6519AFA2-C1F8-4D5D-B57B-7550E965BE7D}" presName="node" presStyleLbl="node1" presStyleIdx="1" presStyleCnt="3">
        <dgm:presLayoutVars>
          <dgm:bulletEnabled val="1"/>
        </dgm:presLayoutVars>
      </dgm:prSet>
      <dgm:spPr/>
    </dgm:pt>
    <dgm:pt modelId="{8985F89A-593C-45D3-ADBA-A62701DFD555}" type="pres">
      <dgm:prSet presAssocID="{D1FF5B75-C985-4E15-9154-1BDE254070A5}" presName="sibTrans" presStyleCnt="0"/>
      <dgm:spPr/>
    </dgm:pt>
    <dgm:pt modelId="{E953658F-8BAB-40E0-BF7C-848FCFB4E92B}" type="pres">
      <dgm:prSet presAssocID="{2FE0A71D-1BDD-4900-9616-FC2CC89B9C56}" presName="node" presStyleLbl="node1" presStyleIdx="2" presStyleCnt="3">
        <dgm:presLayoutVars>
          <dgm:bulletEnabled val="1"/>
        </dgm:presLayoutVars>
      </dgm:prSet>
      <dgm:spPr/>
    </dgm:pt>
  </dgm:ptLst>
  <dgm:cxnLst>
    <dgm:cxn modelId="{6DBD8200-B4F1-4106-8D15-16F094575E6A}" srcId="{E7C5DC7B-4116-4C96-A89B-F761F2613A2F}" destId="{6519AFA2-C1F8-4D5D-B57B-7550E965BE7D}" srcOrd="1" destOrd="0" parTransId="{BB4D4633-2F1B-4DE6-A5DB-59E9460532B8}" sibTransId="{D1FF5B75-C985-4E15-9154-1BDE254070A5}"/>
    <dgm:cxn modelId="{F53FFC00-20B4-4F26-BB61-A3094C4C1A46}" type="presOf" srcId="{6519AFA2-C1F8-4D5D-B57B-7550E965BE7D}" destId="{D15D0B7B-09F7-493F-B706-A9F753AD7CAC}" srcOrd="0" destOrd="0" presId="urn:microsoft.com/office/officeart/2005/8/layout/default"/>
    <dgm:cxn modelId="{6DEA2218-2D3F-4BB9-B985-3E1FF0B28C3B}" type="presOf" srcId="{E7C5DC7B-4116-4C96-A89B-F761F2613A2F}" destId="{4DD2C71F-8158-442F-A2F8-C15559444F55}" srcOrd="0" destOrd="0" presId="urn:microsoft.com/office/officeart/2005/8/layout/default"/>
    <dgm:cxn modelId="{FC2AE560-AE8A-4FA0-9958-5410924BDBA3}" srcId="{E7C5DC7B-4116-4C96-A89B-F761F2613A2F}" destId="{298CE119-D441-4E2B-8E23-DAA0C1D99B62}" srcOrd="0" destOrd="0" parTransId="{E4981609-2653-43EE-849D-EFE91FCF9964}" sibTransId="{27D84C78-57C3-40F1-A515-C9BCF2F9FBBD}"/>
    <dgm:cxn modelId="{DE29EEA1-F52D-49D8-ADA3-05B068E1561D}" srcId="{E7C5DC7B-4116-4C96-A89B-F761F2613A2F}" destId="{2FE0A71D-1BDD-4900-9616-FC2CC89B9C56}" srcOrd="2" destOrd="0" parTransId="{314C168F-7622-4613-A3E5-195F1CCE17E2}" sibTransId="{BE47493B-2EEC-43B1-9AEA-ECC6332495EA}"/>
    <dgm:cxn modelId="{36B82DCB-1408-463A-B790-71BF40786EF0}" type="presOf" srcId="{298CE119-D441-4E2B-8E23-DAA0C1D99B62}" destId="{222FA205-61BF-45B5-9451-800AD0AC92EB}" srcOrd="0" destOrd="0" presId="urn:microsoft.com/office/officeart/2005/8/layout/default"/>
    <dgm:cxn modelId="{C782D5E6-8A13-4E4C-ACE3-B8404E810091}" type="presOf" srcId="{2FE0A71D-1BDD-4900-9616-FC2CC89B9C56}" destId="{E953658F-8BAB-40E0-BF7C-848FCFB4E92B}" srcOrd="0" destOrd="0" presId="urn:microsoft.com/office/officeart/2005/8/layout/default"/>
    <dgm:cxn modelId="{9DC1B897-0D94-4989-9DD4-F636E086DBBE}" type="presParOf" srcId="{4DD2C71F-8158-442F-A2F8-C15559444F55}" destId="{222FA205-61BF-45B5-9451-800AD0AC92EB}" srcOrd="0" destOrd="0" presId="urn:microsoft.com/office/officeart/2005/8/layout/default"/>
    <dgm:cxn modelId="{9D5E45A3-C02B-4A11-B1E7-795BEBB2325C}" type="presParOf" srcId="{4DD2C71F-8158-442F-A2F8-C15559444F55}" destId="{9A313C7E-508B-4D74-AED0-B4470A5F7382}" srcOrd="1" destOrd="0" presId="urn:microsoft.com/office/officeart/2005/8/layout/default"/>
    <dgm:cxn modelId="{FC7EA7A5-500B-422D-9BBB-BBABBA56E756}" type="presParOf" srcId="{4DD2C71F-8158-442F-A2F8-C15559444F55}" destId="{D15D0B7B-09F7-493F-B706-A9F753AD7CAC}" srcOrd="2" destOrd="0" presId="urn:microsoft.com/office/officeart/2005/8/layout/default"/>
    <dgm:cxn modelId="{E4DBE713-24F4-4EF5-867E-940A1AE1BEE1}" type="presParOf" srcId="{4DD2C71F-8158-442F-A2F8-C15559444F55}" destId="{8985F89A-593C-45D3-ADBA-A62701DFD555}" srcOrd="3" destOrd="0" presId="urn:microsoft.com/office/officeart/2005/8/layout/default"/>
    <dgm:cxn modelId="{A1EBF464-CDDE-43BA-A5E9-6AE6ABB95C90}" type="presParOf" srcId="{4DD2C71F-8158-442F-A2F8-C15559444F55}" destId="{E953658F-8BAB-40E0-BF7C-848FCFB4E92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30CC1D6-E41A-4D81-BF26-3710DADECA72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B24C989C-2DB3-455D-985E-206AA480912E}">
      <dgm:prSet/>
      <dgm:spPr/>
      <dgm:t>
        <a:bodyPr/>
        <a:lstStyle/>
        <a:p>
          <a:r>
            <a:rPr lang="en-US" b="1"/>
            <a:t>Named Pipes (also called FIFOs)</a:t>
          </a:r>
          <a:r>
            <a:rPr lang="en-US"/>
            <a:t> are a special type of file used for process communication.</a:t>
          </a:r>
        </a:p>
      </dgm:t>
    </dgm:pt>
    <dgm:pt modelId="{1AC31DB2-C738-4D17-85F5-A1489D63F07A}" type="parTrans" cxnId="{5F2C020E-5999-49B2-97CC-556F22F04A05}">
      <dgm:prSet/>
      <dgm:spPr/>
      <dgm:t>
        <a:bodyPr/>
        <a:lstStyle/>
        <a:p>
          <a:endParaRPr lang="en-US"/>
        </a:p>
      </dgm:t>
    </dgm:pt>
    <dgm:pt modelId="{1BB0BCDD-FFE4-4FB7-BBBE-43613F996F82}" type="sibTrans" cxnId="{5F2C020E-5999-49B2-97CC-556F22F04A05}">
      <dgm:prSet/>
      <dgm:spPr/>
      <dgm:t>
        <a:bodyPr/>
        <a:lstStyle/>
        <a:p>
          <a:endParaRPr lang="en-US"/>
        </a:p>
      </dgm:t>
    </dgm:pt>
    <dgm:pt modelId="{76B783C3-671D-4A55-A246-B09B50B3092A}">
      <dgm:prSet/>
      <dgm:spPr/>
      <dgm:t>
        <a:bodyPr/>
        <a:lstStyle/>
        <a:p>
          <a:r>
            <a:rPr lang="en-US"/>
            <a:t>Unlike unnamed pipes, </a:t>
          </a:r>
          <a:r>
            <a:rPr lang="en-US" b="1"/>
            <a:t>they have a name in the filesystem</a:t>
          </a:r>
          <a:r>
            <a:rPr lang="en-US"/>
            <a:t>.</a:t>
          </a:r>
        </a:p>
      </dgm:t>
    </dgm:pt>
    <dgm:pt modelId="{A6A56ED1-F508-4C66-84B4-9C8B1E450253}" type="parTrans" cxnId="{1FB845FA-6324-43F9-96AE-4F1ECCF26306}">
      <dgm:prSet/>
      <dgm:spPr/>
      <dgm:t>
        <a:bodyPr/>
        <a:lstStyle/>
        <a:p>
          <a:endParaRPr lang="en-US"/>
        </a:p>
      </dgm:t>
    </dgm:pt>
    <dgm:pt modelId="{22B50039-E55D-4A3C-8607-238A112E00E8}" type="sibTrans" cxnId="{1FB845FA-6324-43F9-96AE-4F1ECCF26306}">
      <dgm:prSet/>
      <dgm:spPr/>
      <dgm:t>
        <a:bodyPr/>
        <a:lstStyle/>
        <a:p>
          <a:endParaRPr lang="en-US"/>
        </a:p>
      </dgm:t>
    </dgm:pt>
    <dgm:pt modelId="{C45287AD-52B9-483E-A419-24C9C9B75AD2}">
      <dgm:prSet/>
      <dgm:spPr/>
      <dgm:t>
        <a:bodyPr/>
        <a:lstStyle/>
        <a:p>
          <a:r>
            <a:rPr lang="en-US"/>
            <a:t>Allow </a:t>
          </a:r>
          <a:r>
            <a:rPr lang="en-US" b="1"/>
            <a:t>unrelated processes</a:t>
          </a:r>
          <a:r>
            <a:rPr lang="en-US"/>
            <a:t> (not sharing a parent-child relationship) to communicate.</a:t>
          </a:r>
        </a:p>
      </dgm:t>
    </dgm:pt>
    <dgm:pt modelId="{DDF052BE-7088-4899-8D62-5BE2B19E6937}" type="parTrans" cxnId="{F44A809D-CF46-421D-B5D0-06C0CB7A6137}">
      <dgm:prSet/>
      <dgm:spPr/>
      <dgm:t>
        <a:bodyPr/>
        <a:lstStyle/>
        <a:p>
          <a:endParaRPr lang="en-US"/>
        </a:p>
      </dgm:t>
    </dgm:pt>
    <dgm:pt modelId="{7B2441BE-1047-4FE8-84FE-E8F6106D505B}" type="sibTrans" cxnId="{F44A809D-CF46-421D-B5D0-06C0CB7A6137}">
      <dgm:prSet/>
      <dgm:spPr/>
      <dgm:t>
        <a:bodyPr/>
        <a:lstStyle/>
        <a:p>
          <a:endParaRPr lang="en-US"/>
        </a:p>
      </dgm:t>
    </dgm:pt>
    <dgm:pt modelId="{B5749AB7-7AA4-4986-95F7-6BFFE0C7131A}">
      <dgm:prSet/>
      <dgm:spPr/>
      <dgm:t>
        <a:bodyPr/>
        <a:lstStyle/>
        <a:p>
          <a:r>
            <a:rPr lang="en-US"/>
            <a:t>Data is transmitted </a:t>
          </a:r>
          <a:r>
            <a:rPr lang="en-US" b="1"/>
            <a:t>in a first-in, first-out (FIFO)</a:t>
          </a:r>
          <a:r>
            <a:rPr lang="en-US"/>
            <a:t> manner.</a:t>
          </a:r>
        </a:p>
      </dgm:t>
    </dgm:pt>
    <dgm:pt modelId="{5950DD60-9285-4701-A61F-4D8FC295D5D5}" type="parTrans" cxnId="{62F67AF9-69A4-4050-8984-62BF6387812B}">
      <dgm:prSet/>
      <dgm:spPr/>
      <dgm:t>
        <a:bodyPr/>
        <a:lstStyle/>
        <a:p>
          <a:endParaRPr lang="en-US"/>
        </a:p>
      </dgm:t>
    </dgm:pt>
    <dgm:pt modelId="{D6BAD0D6-67E8-4C72-918D-D10701201178}" type="sibTrans" cxnId="{62F67AF9-69A4-4050-8984-62BF6387812B}">
      <dgm:prSet/>
      <dgm:spPr/>
      <dgm:t>
        <a:bodyPr/>
        <a:lstStyle/>
        <a:p>
          <a:endParaRPr lang="en-US"/>
        </a:p>
      </dgm:t>
    </dgm:pt>
    <dgm:pt modelId="{706F01FD-952F-4A4D-B721-36416B59C4AC}" type="pres">
      <dgm:prSet presAssocID="{A30CC1D6-E41A-4D81-BF26-3710DADECA72}" presName="vert0" presStyleCnt="0">
        <dgm:presLayoutVars>
          <dgm:dir/>
          <dgm:animOne val="branch"/>
          <dgm:animLvl val="lvl"/>
        </dgm:presLayoutVars>
      </dgm:prSet>
      <dgm:spPr/>
    </dgm:pt>
    <dgm:pt modelId="{5D41A4BF-0325-4D47-B874-42D7E92A11DC}" type="pres">
      <dgm:prSet presAssocID="{B24C989C-2DB3-455D-985E-206AA480912E}" presName="thickLine" presStyleLbl="alignNode1" presStyleIdx="0" presStyleCnt="4"/>
      <dgm:spPr/>
    </dgm:pt>
    <dgm:pt modelId="{AF0260FA-6702-401A-A3BF-EA92BFB8C4DD}" type="pres">
      <dgm:prSet presAssocID="{B24C989C-2DB3-455D-985E-206AA480912E}" presName="horz1" presStyleCnt="0"/>
      <dgm:spPr/>
    </dgm:pt>
    <dgm:pt modelId="{81988F91-0D94-45AF-B1BE-150FF90CBC5D}" type="pres">
      <dgm:prSet presAssocID="{B24C989C-2DB3-455D-985E-206AA480912E}" presName="tx1" presStyleLbl="revTx" presStyleIdx="0" presStyleCnt="4"/>
      <dgm:spPr/>
    </dgm:pt>
    <dgm:pt modelId="{3921E5AE-E400-405D-B654-33A2DF3772D5}" type="pres">
      <dgm:prSet presAssocID="{B24C989C-2DB3-455D-985E-206AA480912E}" presName="vert1" presStyleCnt="0"/>
      <dgm:spPr/>
    </dgm:pt>
    <dgm:pt modelId="{5E1BF9B2-5E96-4B1F-BA47-61890D82F7E6}" type="pres">
      <dgm:prSet presAssocID="{76B783C3-671D-4A55-A246-B09B50B3092A}" presName="thickLine" presStyleLbl="alignNode1" presStyleIdx="1" presStyleCnt="4"/>
      <dgm:spPr/>
    </dgm:pt>
    <dgm:pt modelId="{158C20C7-455D-40A1-A176-2BB97FF83C47}" type="pres">
      <dgm:prSet presAssocID="{76B783C3-671D-4A55-A246-B09B50B3092A}" presName="horz1" presStyleCnt="0"/>
      <dgm:spPr/>
    </dgm:pt>
    <dgm:pt modelId="{B021296C-BB63-4BC4-954D-1D7D5EEFC2E8}" type="pres">
      <dgm:prSet presAssocID="{76B783C3-671D-4A55-A246-B09B50B3092A}" presName="tx1" presStyleLbl="revTx" presStyleIdx="1" presStyleCnt="4"/>
      <dgm:spPr/>
    </dgm:pt>
    <dgm:pt modelId="{E1DF71BB-3349-47DE-A4BE-C692B272D6FA}" type="pres">
      <dgm:prSet presAssocID="{76B783C3-671D-4A55-A246-B09B50B3092A}" presName="vert1" presStyleCnt="0"/>
      <dgm:spPr/>
    </dgm:pt>
    <dgm:pt modelId="{0ACCD221-6B30-4CBB-84DC-BCB6CEB6F67D}" type="pres">
      <dgm:prSet presAssocID="{C45287AD-52B9-483E-A419-24C9C9B75AD2}" presName="thickLine" presStyleLbl="alignNode1" presStyleIdx="2" presStyleCnt="4"/>
      <dgm:spPr/>
    </dgm:pt>
    <dgm:pt modelId="{48CB2C28-85CD-4BFF-8BA7-230FFC8B91C0}" type="pres">
      <dgm:prSet presAssocID="{C45287AD-52B9-483E-A419-24C9C9B75AD2}" presName="horz1" presStyleCnt="0"/>
      <dgm:spPr/>
    </dgm:pt>
    <dgm:pt modelId="{C0139569-CF7D-4FAF-83C9-398A65B729BF}" type="pres">
      <dgm:prSet presAssocID="{C45287AD-52B9-483E-A419-24C9C9B75AD2}" presName="tx1" presStyleLbl="revTx" presStyleIdx="2" presStyleCnt="4"/>
      <dgm:spPr/>
    </dgm:pt>
    <dgm:pt modelId="{27360C35-CCC1-477F-9553-D1A6CD513A35}" type="pres">
      <dgm:prSet presAssocID="{C45287AD-52B9-483E-A419-24C9C9B75AD2}" presName="vert1" presStyleCnt="0"/>
      <dgm:spPr/>
    </dgm:pt>
    <dgm:pt modelId="{2370538F-8F94-44A6-A4C5-217A897DB9B7}" type="pres">
      <dgm:prSet presAssocID="{B5749AB7-7AA4-4986-95F7-6BFFE0C7131A}" presName="thickLine" presStyleLbl="alignNode1" presStyleIdx="3" presStyleCnt="4"/>
      <dgm:spPr/>
    </dgm:pt>
    <dgm:pt modelId="{5E79E2CD-67AD-49CC-913D-36D3AA18D5AB}" type="pres">
      <dgm:prSet presAssocID="{B5749AB7-7AA4-4986-95F7-6BFFE0C7131A}" presName="horz1" presStyleCnt="0"/>
      <dgm:spPr/>
    </dgm:pt>
    <dgm:pt modelId="{A1400928-9795-4001-AAF3-1C8941BD5C66}" type="pres">
      <dgm:prSet presAssocID="{B5749AB7-7AA4-4986-95F7-6BFFE0C7131A}" presName="tx1" presStyleLbl="revTx" presStyleIdx="3" presStyleCnt="4"/>
      <dgm:spPr/>
    </dgm:pt>
    <dgm:pt modelId="{4B1531FA-C333-4D79-85D7-87B84951CD88}" type="pres">
      <dgm:prSet presAssocID="{B5749AB7-7AA4-4986-95F7-6BFFE0C7131A}" presName="vert1" presStyleCnt="0"/>
      <dgm:spPr/>
    </dgm:pt>
  </dgm:ptLst>
  <dgm:cxnLst>
    <dgm:cxn modelId="{78EB1503-5967-45E9-B6B0-12CC8B5A3962}" type="presOf" srcId="{76B783C3-671D-4A55-A246-B09B50B3092A}" destId="{B021296C-BB63-4BC4-954D-1D7D5EEFC2E8}" srcOrd="0" destOrd="0" presId="urn:microsoft.com/office/officeart/2008/layout/LinedList"/>
    <dgm:cxn modelId="{5F2C020E-5999-49B2-97CC-556F22F04A05}" srcId="{A30CC1D6-E41A-4D81-BF26-3710DADECA72}" destId="{B24C989C-2DB3-455D-985E-206AA480912E}" srcOrd="0" destOrd="0" parTransId="{1AC31DB2-C738-4D17-85F5-A1489D63F07A}" sibTransId="{1BB0BCDD-FFE4-4FB7-BBBE-43613F996F82}"/>
    <dgm:cxn modelId="{197EC91C-1CEA-4067-BA6B-204046DC240B}" type="presOf" srcId="{B5749AB7-7AA4-4986-95F7-6BFFE0C7131A}" destId="{A1400928-9795-4001-AAF3-1C8941BD5C66}" srcOrd="0" destOrd="0" presId="urn:microsoft.com/office/officeart/2008/layout/LinedList"/>
    <dgm:cxn modelId="{8F01552B-A6CB-4D6E-9DB8-53EA643ABD10}" type="presOf" srcId="{A30CC1D6-E41A-4D81-BF26-3710DADECA72}" destId="{706F01FD-952F-4A4D-B721-36416B59C4AC}" srcOrd="0" destOrd="0" presId="urn:microsoft.com/office/officeart/2008/layout/LinedList"/>
    <dgm:cxn modelId="{64FD0592-369D-450C-9144-18EA5D08FA1F}" type="presOf" srcId="{C45287AD-52B9-483E-A419-24C9C9B75AD2}" destId="{C0139569-CF7D-4FAF-83C9-398A65B729BF}" srcOrd="0" destOrd="0" presId="urn:microsoft.com/office/officeart/2008/layout/LinedList"/>
    <dgm:cxn modelId="{F44A809D-CF46-421D-B5D0-06C0CB7A6137}" srcId="{A30CC1D6-E41A-4D81-BF26-3710DADECA72}" destId="{C45287AD-52B9-483E-A419-24C9C9B75AD2}" srcOrd="2" destOrd="0" parTransId="{DDF052BE-7088-4899-8D62-5BE2B19E6937}" sibTransId="{7B2441BE-1047-4FE8-84FE-E8F6106D505B}"/>
    <dgm:cxn modelId="{FEAD4BDB-099D-4A46-897C-1B23D302B952}" type="presOf" srcId="{B24C989C-2DB3-455D-985E-206AA480912E}" destId="{81988F91-0D94-45AF-B1BE-150FF90CBC5D}" srcOrd="0" destOrd="0" presId="urn:microsoft.com/office/officeart/2008/layout/LinedList"/>
    <dgm:cxn modelId="{62F67AF9-69A4-4050-8984-62BF6387812B}" srcId="{A30CC1D6-E41A-4D81-BF26-3710DADECA72}" destId="{B5749AB7-7AA4-4986-95F7-6BFFE0C7131A}" srcOrd="3" destOrd="0" parTransId="{5950DD60-9285-4701-A61F-4D8FC295D5D5}" sibTransId="{D6BAD0D6-67E8-4C72-918D-D10701201178}"/>
    <dgm:cxn modelId="{1FB845FA-6324-43F9-96AE-4F1ECCF26306}" srcId="{A30CC1D6-E41A-4D81-BF26-3710DADECA72}" destId="{76B783C3-671D-4A55-A246-B09B50B3092A}" srcOrd="1" destOrd="0" parTransId="{A6A56ED1-F508-4C66-84B4-9C8B1E450253}" sibTransId="{22B50039-E55D-4A3C-8607-238A112E00E8}"/>
    <dgm:cxn modelId="{751D0885-A800-41F6-88DB-30AE4EECE4E9}" type="presParOf" srcId="{706F01FD-952F-4A4D-B721-36416B59C4AC}" destId="{5D41A4BF-0325-4D47-B874-42D7E92A11DC}" srcOrd="0" destOrd="0" presId="urn:microsoft.com/office/officeart/2008/layout/LinedList"/>
    <dgm:cxn modelId="{951B2864-87D0-4301-A95C-A1620949B8B8}" type="presParOf" srcId="{706F01FD-952F-4A4D-B721-36416B59C4AC}" destId="{AF0260FA-6702-401A-A3BF-EA92BFB8C4DD}" srcOrd="1" destOrd="0" presId="urn:microsoft.com/office/officeart/2008/layout/LinedList"/>
    <dgm:cxn modelId="{59F1C40E-F98A-4A91-A172-46B508F8C85C}" type="presParOf" srcId="{AF0260FA-6702-401A-A3BF-EA92BFB8C4DD}" destId="{81988F91-0D94-45AF-B1BE-150FF90CBC5D}" srcOrd="0" destOrd="0" presId="urn:microsoft.com/office/officeart/2008/layout/LinedList"/>
    <dgm:cxn modelId="{F19C274E-1DD8-4726-AFDD-7B7A4E088470}" type="presParOf" srcId="{AF0260FA-6702-401A-A3BF-EA92BFB8C4DD}" destId="{3921E5AE-E400-405D-B654-33A2DF3772D5}" srcOrd="1" destOrd="0" presId="urn:microsoft.com/office/officeart/2008/layout/LinedList"/>
    <dgm:cxn modelId="{9A661163-A262-427C-A5FB-C396C24AD8AB}" type="presParOf" srcId="{706F01FD-952F-4A4D-B721-36416B59C4AC}" destId="{5E1BF9B2-5E96-4B1F-BA47-61890D82F7E6}" srcOrd="2" destOrd="0" presId="urn:microsoft.com/office/officeart/2008/layout/LinedList"/>
    <dgm:cxn modelId="{63A52B65-D070-42F1-A1CD-1C29650679B3}" type="presParOf" srcId="{706F01FD-952F-4A4D-B721-36416B59C4AC}" destId="{158C20C7-455D-40A1-A176-2BB97FF83C47}" srcOrd="3" destOrd="0" presId="urn:microsoft.com/office/officeart/2008/layout/LinedList"/>
    <dgm:cxn modelId="{6642AC65-A494-4ADD-BDF2-74EFBFBCCEB2}" type="presParOf" srcId="{158C20C7-455D-40A1-A176-2BB97FF83C47}" destId="{B021296C-BB63-4BC4-954D-1D7D5EEFC2E8}" srcOrd="0" destOrd="0" presId="urn:microsoft.com/office/officeart/2008/layout/LinedList"/>
    <dgm:cxn modelId="{EE99A191-036C-424F-84B4-76A02F4904C4}" type="presParOf" srcId="{158C20C7-455D-40A1-A176-2BB97FF83C47}" destId="{E1DF71BB-3349-47DE-A4BE-C692B272D6FA}" srcOrd="1" destOrd="0" presId="urn:microsoft.com/office/officeart/2008/layout/LinedList"/>
    <dgm:cxn modelId="{AAD9AAF5-4A09-4274-B35E-386CC5EFE776}" type="presParOf" srcId="{706F01FD-952F-4A4D-B721-36416B59C4AC}" destId="{0ACCD221-6B30-4CBB-84DC-BCB6CEB6F67D}" srcOrd="4" destOrd="0" presId="urn:microsoft.com/office/officeart/2008/layout/LinedList"/>
    <dgm:cxn modelId="{18D439AF-1238-4F60-8002-BA34BC5F48A3}" type="presParOf" srcId="{706F01FD-952F-4A4D-B721-36416B59C4AC}" destId="{48CB2C28-85CD-4BFF-8BA7-230FFC8B91C0}" srcOrd="5" destOrd="0" presId="urn:microsoft.com/office/officeart/2008/layout/LinedList"/>
    <dgm:cxn modelId="{7FFD5E50-444A-48A3-BB68-F6B8BDAF2C7D}" type="presParOf" srcId="{48CB2C28-85CD-4BFF-8BA7-230FFC8B91C0}" destId="{C0139569-CF7D-4FAF-83C9-398A65B729BF}" srcOrd="0" destOrd="0" presId="urn:microsoft.com/office/officeart/2008/layout/LinedList"/>
    <dgm:cxn modelId="{F0909CF5-99A6-4ABC-A27F-3FE825609AEA}" type="presParOf" srcId="{48CB2C28-85CD-4BFF-8BA7-230FFC8B91C0}" destId="{27360C35-CCC1-477F-9553-D1A6CD513A35}" srcOrd="1" destOrd="0" presId="urn:microsoft.com/office/officeart/2008/layout/LinedList"/>
    <dgm:cxn modelId="{89ED990D-603C-4A4F-BB73-C7DB55CF64E5}" type="presParOf" srcId="{706F01FD-952F-4A4D-B721-36416B59C4AC}" destId="{2370538F-8F94-44A6-A4C5-217A897DB9B7}" srcOrd="6" destOrd="0" presId="urn:microsoft.com/office/officeart/2008/layout/LinedList"/>
    <dgm:cxn modelId="{172263B2-26D6-4297-AB66-9421F36996DA}" type="presParOf" srcId="{706F01FD-952F-4A4D-B721-36416B59C4AC}" destId="{5E79E2CD-67AD-49CC-913D-36D3AA18D5AB}" srcOrd="7" destOrd="0" presId="urn:microsoft.com/office/officeart/2008/layout/LinedList"/>
    <dgm:cxn modelId="{97068708-4614-46A5-A301-65FE4C57E195}" type="presParOf" srcId="{5E79E2CD-67AD-49CC-913D-36D3AA18D5AB}" destId="{A1400928-9795-4001-AAF3-1C8941BD5C66}" srcOrd="0" destOrd="0" presId="urn:microsoft.com/office/officeart/2008/layout/LinedList"/>
    <dgm:cxn modelId="{94B928FC-CE83-4E53-B65E-FAA7B4C55F5C}" type="presParOf" srcId="{5E79E2CD-67AD-49CC-913D-36D3AA18D5AB}" destId="{4B1531FA-C333-4D79-85D7-87B84951CD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ABFAB2-2438-4FA4-97EA-1E7D8575969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D2586E7-8C73-4F61-A246-B37A456E7AA7}">
      <dgm:prSet/>
      <dgm:spPr/>
      <dgm:t>
        <a:bodyPr/>
        <a:lstStyle/>
        <a:p>
          <a:r>
            <a:rPr lang="en-US"/>
            <a:t>stdin (0), stdout (1), stderr (2)</a:t>
          </a:r>
        </a:p>
      </dgm:t>
    </dgm:pt>
    <dgm:pt modelId="{174F089B-6A6A-4F5C-86A2-7282F186DBF6}" type="parTrans" cxnId="{E5F37BAE-911A-4122-9845-3597197B7C99}">
      <dgm:prSet/>
      <dgm:spPr/>
      <dgm:t>
        <a:bodyPr/>
        <a:lstStyle/>
        <a:p>
          <a:endParaRPr lang="en-US"/>
        </a:p>
      </dgm:t>
    </dgm:pt>
    <dgm:pt modelId="{2C025911-5809-474F-A6D3-9652974BB2AD}" type="sibTrans" cxnId="{E5F37BAE-911A-4122-9845-3597197B7C99}">
      <dgm:prSet/>
      <dgm:spPr/>
      <dgm:t>
        <a:bodyPr/>
        <a:lstStyle/>
        <a:p>
          <a:endParaRPr lang="en-US"/>
        </a:p>
      </dgm:t>
    </dgm:pt>
    <dgm:pt modelId="{09F22674-A253-4F03-AD03-7EFAC66D4F38}">
      <dgm:prSet/>
      <dgm:spPr/>
      <dgm:t>
        <a:bodyPr/>
        <a:lstStyle/>
        <a:p>
          <a:r>
            <a:rPr lang="en-US"/>
            <a:t>Operators: &gt;, &lt;, &gt;&gt;, 2&gt;, &amp;&gt;</a:t>
          </a:r>
        </a:p>
      </dgm:t>
    </dgm:pt>
    <dgm:pt modelId="{EE79FDD9-ACA9-4F93-A2DE-2938D90A39C2}" type="parTrans" cxnId="{0B8E41F9-42AC-43E7-A794-84557557E5F5}">
      <dgm:prSet/>
      <dgm:spPr/>
      <dgm:t>
        <a:bodyPr/>
        <a:lstStyle/>
        <a:p>
          <a:endParaRPr lang="en-US"/>
        </a:p>
      </dgm:t>
    </dgm:pt>
    <dgm:pt modelId="{04B982F4-0E45-4F8E-9FBE-D74DE0493057}" type="sibTrans" cxnId="{0B8E41F9-42AC-43E7-A794-84557557E5F5}">
      <dgm:prSet/>
      <dgm:spPr/>
      <dgm:t>
        <a:bodyPr/>
        <a:lstStyle/>
        <a:p>
          <a:endParaRPr lang="en-US"/>
        </a:p>
      </dgm:t>
    </dgm:pt>
    <dgm:pt modelId="{31E38131-F175-4FAC-AF21-1BD9E01DFE67}" type="pres">
      <dgm:prSet presAssocID="{B1ABFAB2-2438-4FA4-97EA-1E7D8575969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D344D7-B1B4-4EE6-85FC-B8013D707F2D}" type="pres">
      <dgm:prSet presAssocID="{BD2586E7-8C73-4F61-A246-B37A456E7AA7}" presName="hierRoot1" presStyleCnt="0"/>
      <dgm:spPr/>
    </dgm:pt>
    <dgm:pt modelId="{791B2C71-3734-455C-AC5C-3A897E03BD42}" type="pres">
      <dgm:prSet presAssocID="{BD2586E7-8C73-4F61-A246-B37A456E7AA7}" presName="composite" presStyleCnt="0"/>
      <dgm:spPr/>
    </dgm:pt>
    <dgm:pt modelId="{9D7623C0-D8CC-4E93-B1F5-C4BF3B2E0283}" type="pres">
      <dgm:prSet presAssocID="{BD2586E7-8C73-4F61-A246-B37A456E7AA7}" presName="background" presStyleLbl="node0" presStyleIdx="0" presStyleCnt="2"/>
      <dgm:spPr/>
    </dgm:pt>
    <dgm:pt modelId="{EC5EB9F7-E004-495F-93E0-A3100D6B1742}" type="pres">
      <dgm:prSet presAssocID="{BD2586E7-8C73-4F61-A246-B37A456E7AA7}" presName="text" presStyleLbl="fgAcc0" presStyleIdx="0" presStyleCnt="2">
        <dgm:presLayoutVars>
          <dgm:chPref val="3"/>
        </dgm:presLayoutVars>
      </dgm:prSet>
      <dgm:spPr/>
    </dgm:pt>
    <dgm:pt modelId="{E9B78117-E3A3-4AF0-B6DC-DE6F330FE5CB}" type="pres">
      <dgm:prSet presAssocID="{BD2586E7-8C73-4F61-A246-B37A456E7AA7}" presName="hierChild2" presStyleCnt="0"/>
      <dgm:spPr/>
    </dgm:pt>
    <dgm:pt modelId="{99E86A74-5824-4059-90E4-186AE2AA2467}" type="pres">
      <dgm:prSet presAssocID="{09F22674-A253-4F03-AD03-7EFAC66D4F38}" presName="hierRoot1" presStyleCnt="0"/>
      <dgm:spPr/>
    </dgm:pt>
    <dgm:pt modelId="{43BBAD1B-24AC-438F-BC30-6646B0F09AFE}" type="pres">
      <dgm:prSet presAssocID="{09F22674-A253-4F03-AD03-7EFAC66D4F38}" presName="composite" presStyleCnt="0"/>
      <dgm:spPr/>
    </dgm:pt>
    <dgm:pt modelId="{C8327855-9419-4640-93BD-9C5A247D193D}" type="pres">
      <dgm:prSet presAssocID="{09F22674-A253-4F03-AD03-7EFAC66D4F38}" presName="background" presStyleLbl="node0" presStyleIdx="1" presStyleCnt="2"/>
      <dgm:spPr/>
    </dgm:pt>
    <dgm:pt modelId="{8F91AFCE-4EC6-40D7-875C-D32F4F899AB8}" type="pres">
      <dgm:prSet presAssocID="{09F22674-A253-4F03-AD03-7EFAC66D4F38}" presName="text" presStyleLbl="fgAcc0" presStyleIdx="1" presStyleCnt="2">
        <dgm:presLayoutVars>
          <dgm:chPref val="3"/>
        </dgm:presLayoutVars>
      </dgm:prSet>
      <dgm:spPr/>
    </dgm:pt>
    <dgm:pt modelId="{057C12C3-EB6A-4F9B-B8AD-618F5C034947}" type="pres">
      <dgm:prSet presAssocID="{09F22674-A253-4F03-AD03-7EFAC66D4F38}" presName="hierChild2" presStyleCnt="0"/>
      <dgm:spPr/>
    </dgm:pt>
  </dgm:ptLst>
  <dgm:cxnLst>
    <dgm:cxn modelId="{C8789322-A42F-48CB-A365-01A191D2CB77}" type="presOf" srcId="{09F22674-A253-4F03-AD03-7EFAC66D4F38}" destId="{8F91AFCE-4EC6-40D7-875C-D32F4F899AB8}" srcOrd="0" destOrd="0" presId="urn:microsoft.com/office/officeart/2005/8/layout/hierarchy1"/>
    <dgm:cxn modelId="{D6C411A7-B930-44FA-B3BA-3E8B0D151C80}" type="presOf" srcId="{BD2586E7-8C73-4F61-A246-B37A456E7AA7}" destId="{EC5EB9F7-E004-495F-93E0-A3100D6B1742}" srcOrd="0" destOrd="0" presId="urn:microsoft.com/office/officeart/2005/8/layout/hierarchy1"/>
    <dgm:cxn modelId="{E5F37BAE-911A-4122-9845-3597197B7C99}" srcId="{B1ABFAB2-2438-4FA4-97EA-1E7D8575969F}" destId="{BD2586E7-8C73-4F61-A246-B37A456E7AA7}" srcOrd="0" destOrd="0" parTransId="{174F089B-6A6A-4F5C-86A2-7282F186DBF6}" sibTransId="{2C025911-5809-474F-A6D3-9652974BB2AD}"/>
    <dgm:cxn modelId="{C52E23BC-5AD7-4927-8F20-10EFF305FAA0}" type="presOf" srcId="{B1ABFAB2-2438-4FA4-97EA-1E7D8575969F}" destId="{31E38131-F175-4FAC-AF21-1BD9E01DFE67}" srcOrd="0" destOrd="0" presId="urn:microsoft.com/office/officeart/2005/8/layout/hierarchy1"/>
    <dgm:cxn modelId="{0B8E41F9-42AC-43E7-A794-84557557E5F5}" srcId="{B1ABFAB2-2438-4FA4-97EA-1E7D8575969F}" destId="{09F22674-A253-4F03-AD03-7EFAC66D4F38}" srcOrd="1" destOrd="0" parTransId="{EE79FDD9-ACA9-4F93-A2DE-2938D90A39C2}" sibTransId="{04B982F4-0E45-4F8E-9FBE-D74DE0493057}"/>
    <dgm:cxn modelId="{A649CBDC-19CC-40BB-AD8A-A4D9C38D5783}" type="presParOf" srcId="{31E38131-F175-4FAC-AF21-1BD9E01DFE67}" destId="{18D344D7-B1B4-4EE6-85FC-B8013D707F2D}" srcOrd="0" destOrd="0" presId="urn:microsoft.com/office/officeart/2005/8/layout/hierarchy1"/>
    <dgm:cxn modelId="{CDC58128-1F1E-4F34-89E3-FE4F3FE971E3}" type="presParOf" srcId="{18D344D7-B1B4-4EE6-85FC-B8013D707F2D}" destId="{791B2C71-3734-455C-AC5C-3A897E03BD42}" srcOrd="0" destOrd="0" presId="urn:microsoft.com/office/officeart/2005/8/layout/hierarchy1"/>
    <dgm:cxn modelId="{A5E3DB9B-4B3B-4C7A-ACE1-0349D7B99E39}" type="presParOf" srcId="{791B2C71-3734-455C-AC5C-3A897E03BD42}" destId="{9D7623C0-D8CC-4E93-B1F5-C4BF3B2E0283}" srcOrd="0" destOrd="0" presId="urn:microsoft.com/office/officeart/2005/8/layout/hierarchy1"/>
    <dgm:cxn modelId="{B653E601-BB4F-46C3-815C-ECD74A9B4523}" type="presParOf" srcId="{791B2C71-3734-455C-AC5C-3A897E03BD42}" destId="{EC5EB9F7-E004-495F-93E0-A3100D6B1742}" srcOrd="1" destOrd="0" presId="urn:microsoft.com/office/officeart/2005/8/layout/hierarchy1"/>
    <dgm:cxn modelId="{F424525F-1027-4FFF-A749-BFE3F88EE59E}" type="presParOf" srcId="{18D344D7-B1B4-4EE6-85FC-B8013D707F2D}" destId="{E9B78117-E3A3-4AF0-B6DC-DE6F330FE5CB}" srcOrd="1" destOrd="0" presId="urn:microsoft.com/office/officeart/2005/8/layout/hierarchy1"/>
    <dgm:cxn modelId="{8F533C47-B8DC-44B2-98FC-9AF37C87594E}" type="presParOf" srcId="{31E38131-F175-4FAC-AF21-1BD9E01DFE67}" destId="{99E86A74-5824-4059-90E4-186AE2AA2467}" srcOrd="1" destOrd="0" presId="urn:microsoft.com/office/officeart/2005/8/layout/hierarchy1"/>
    <dgm:cxn modelId="{725C8EBB-9A08-42AE-BDD2-10BC457E2363}" type="presParOf" srcId="{99E86A74-5824-4059-90E4-186AE2AA2467}" destId="{43BBAD1B-24AC-438F-BC30-6646B0F09AFE}" srcOrd="0" destOrd="0" presId="urn:microsoft.com/office/officeart/2005/8/layout/hierarchy1"/>
    <dgm:cxn modelId="{ED53FBDB-D639-4127-8E00-327383CF45D1}" type="presParOf" srcId="{43BBAD1B-24AC-438F-BC30-6646B0F09AFE}" destId="{C8327855-9419-4640-93BD-9C5A247D193D}" srcOrd="0" destOrd="0" presId="urn:microsoft.com/office/officeart/2005/8/layout/hierarchy1"/>
    <dgm:cxn modelId="{3B1ED7FA-220A-43FC-9ADC-1B97D8520032}" type="presParOf" srcId="{43BBAD1B-24AC-438F-BC30-6646B0F09AFE}" destId="{8F91AFCE-4EC6-40D7-875C-D32F4F899AB8}" srcOrd="1" destOrd="0" presId="urn:microsoft.com/office/officeart/2005/8/layout/hierarchy1"/>
    <dgm:cxn modelId="{E5349DD3-9D5B-4678-A16A-F74337019732}" type="presParOf" srcId="{99E86A74-5824-4059-90E4-186AE2AA2467}" destId="{057C12C3-EB6A-4F9B-B8AD-618F5C03494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EF0402-3CB0-480E-857F-1CF904A9D83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3C5AD0-EDA0-463D-84F5-2EB3EF42DECD}">
      <dgm:prSet/>
      <dgm:spPr/>
      <dgm:t>
        <a:bodyPr/>
        <a:lstStyle/>
        <a:p>
          <a:r>
            <a:rPr lang="en-US"/>
            <a:t>ls &gt; out.txt</a:t>
          </a:r>
        </a:p>
      </dgm:t>
    </dgm:pt>
    <dgm:pt modelId="{D3C24212-8737-45E4-AFE6-4AA8DEBFFA3C}" type="parTrans" cxnId="{A89E9960-2BE8-421C-A834-E5095CDA4419}">
      <dgm:prSet/>
      <dgm:spPr/>
      <dgm:t>
        <a:bodyPr/>
        <a:lstStyle/>
        <a:p>
          <a:endParaRPr lang="en-US"/>
        </a:p>
      </dgm:t>
    </dgm:pt>
    <dgm:pt modelId="{360A4EFB-2BB9-49E4-BC44-F1925B2C1074}" type="sibTrans" cxnId="{A89E9960-2BE8-421C-A834-E5095CDA4419}">
      <dgm:prSet/>
      <dgm:spPr/>
      <dgm:t>
        <a:bodyPr/>
        <a:lstStyle/>
        <a:p>
          <a:endParaRPr lang="en-US"/>
        </a:p>
      </dgm:t>
    </dgm:pt>
    <dgm:pt modelId="{37ED25C2-6FDE-40DF-88ED-363DF5D3FF00}">
      <dgm:prSet/>
      <dgm:spPr/>
      <dgm:t>
        <a:bodyPr/>
        <a:lstStyle/>
        <a:p>
          <a:r>
            <a:rPr lang="en-US"/>
            <a:t>sort &lt; input.txt</a:t>
          </a:r>
        </a:p>
      </dgm:t>
    </dgm:pt>
    <dgm:pt modelId="{1AA4637C-E0D1-4981-9644-C67A96CDBAEB}" type="parTrans" cxnId="{E63D9230-63D0-47E0-8E09-47F6BC6353F5}">
      <dgm:prSet/>
      <dgm:spPr/>
      <dgm:t>
        <a:bodyPr/>
        <a:lstStyle/>
        <a:p>
          <a:endParaRPr lang="en-US"/>
        </a:p>
      </dgm:t>
    </dgm:pt>
    <dgm:pt modelId="{F6E6381B-A097-480B-9F9B-B08C4AFE0162}" type="sibTrans" cxnId="{E63D9230-63D0-47E0-8E09-47F6BC6353F5}">
      <dgm:prSet/>
      <dgm:spPr/>
      <dgm:t>
        <a:bodyPr/>
        <a:lstStyle/>
        <a:p>
          <a:endParaRPr lang="en-US"/>
        </a:p>
      </dgm:t>
    </dgm:pt>
    <dgm:pt modelId="{39D4587E-D966-48DF-80E9-FBBBAB9D930D}">
      <dgm:prSet/>
      <dgm:spPr/>
      <dgm:t>
        <a:bodyPr/>
        <a:lstStyle/>
        <a:p>
          <a:r>
            <a:rPr lang="en-US" dirty="0"/>
            <a:t>ls | grep ".c" &gt; cfiles.txt</a:t>
          </a:r>
        </a:p>
      </dgm:t>
    </dgm:pt>
    <dgm:pt modelId="{A68F1F46-42EF-45FF-A533-735B23171E8A}" type="parTrans" cxnId="{4CA27026-F54C-42D8-A07F-E99BC0FBFAB9}">
      <dgm:prSet/>
      <dgm:spPr/>
      <dgm:t>
        <a:bodyPr/>
        <a:lstStyle/>
        <a:p>
          <a:endParaRPr lang="en-US"/>
        </a:p>
      </dgm:t>
    </dgm:pt>
    <dgm:pt modelId="{539D6EE7-B853-4DF2-B1D3-80DF93A1DC70}" type="sibTrans" cxnId="{4CA27026-F54C-42D8-A07F-E99BC0FBFAB9}">
      <dgm:prSet/>
      <dgm:spPr/>
      <dgm:t>
        <a:bodyPr/>
        <a:lstStyle/>
        <a:p>
          <a:endParaRPr lang="en-US"/>
        </a:p>
      </dgm:t>
    </dgm:pt>
    <dgm:pt modelId="{10DD2E0F-7499-4B91-9D06-72C2457834DB}" type="pres">
      <dgm:prSet presAssocID="{94EF0402-3CB0-480E-857F-1CF904A9D834}" presName="linear" presStyleCnt="0">
        <dgm:presLayoutVars>
          <dgm:animLvl val="lvl"/>
          <dgm:resizeHandles val="exact"/>
        </dgm:presLayoutVars>
      </dgm:prSet>
      <dgm:spPr/>
    </dgm:pt>
    <dgm:pt modelId="{9DC5EC0B-D5AA-482F-B18A-6A27FB7EB240}" type="pres">
      <dgm:prSet presAssocID="{0C3C5AD0-EDA0-463D-84F5-2EB3EF42DEC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080774-921A-4861-9538-A827007A033F}" type="pres">
      <dgm:prSet presAssocID="{360A4EFB-2BB9-49E4-BC44-F1925B2C1074}" presName="spacer" presStyleCnt="0"/>
      <dgm:spPr/>
    </dgm:pt>
    <dgm:pt modelId="{BA9EBE61-46AD-47C3-9278-69AC20DAB6C3}" type="pres">
      <dgm:prSet presAssocID="{37ED25C2-6FDE-40DF-88ED-363DF5D3FF0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BABE1DB-EBCC-42A4-A471-757AB84ADF90}" type="pres">
      <dgm:prSet presAssocID="{F6E6381B-A097-480B-9F9B-B08C4AFE0162}" presName="spacer" presStyleCnt="0"/>
      <dgm:spPr/>
    </dgm:pt>
    <dgm:pt modelId="{40E5923D-C44C-4AFB-B834-558F4092E490}" type="pres">
      <dgm:prSet presAssocID="{39D4587E-D966-48DF-80E9-FBBBAB9D930D}" presName="parentText" presStyleLbl="node1" presStyleIdx="2" presStyleCnt="3" custScaleY="102156">
        <dgm:presLayoutVars>
          <dgm:chMax val="0"/>
          <dgm:bulletEnabled val="1"/>
        </dgm:presLayoutVars>
      </dgm:prSet>
      <dgm:spPr/>
    </dgm:pt>
  </dgm:ptLst>
  <dgm:cxnLst>
    <dgm:cxn modelId="{4CA27026-F54C-42D8-A07F-E99BC0FBFAB9}" srcId="{94EF0402-3CB0-480E-857F-1CF904A9D834}" destId="{39D4587E-D966-48DF-80E9-FBBBAB9D930D}" srcOrd="2" destOrd="0" parTransId="{A68F1F46-42EF-45FF-A533-735B23171E8A}" sibTransId="{539D6EE7-B853-4DF2-B1D3-80DF93A1DC70}"/>
    <dgm:cxn modelId="{E63D9230-63D0-47E0-8E09-47F6BC6353F5}" srcId="{94EF0402-3CB0-480E-857F-1CF904A9D834}" destId="{37ED25C2-6FDE-40DF-88ED-363DF5D3FF00}" srcOrd="1" destOrd="0" parTransId="{1AA4637C-E0D1-4981-9644-C67A96CDBAEB}" sibTransId="{F6E6381B-A097-480B-9F9B-B08C4AFE0162}"/>
    <dgm:cxn modelId="{A89E9960-2BE8-421C-A834-E5095CDA4419}" srcId="{94EF0402-3CB0-480E-857F-1CF904A9D834}" destId="{0C3C5AD0-EDA0-463D-84F5-2EB3EF42DECD}" srcOrd="0" destOrd="0" parTransId="{D3C24212-8737-45E4-AFE6-4AA8DEBFFA3C}" sibTransId="{360A4EFB-2BB9-49E4-BC44-F1925B2C1074}"/>
    <dgm:cxn modelId="{4979EE4C-40B3-404B-B434-9E66E11C4416}" type="presOf" srcId="{39D4587E-D966-48DF-80E9-FBBBAB9D930D}" destId="{40E5923D-C44C-4AFB-B834-558F4092E490}" srcOrd="0" destOrd="0" presId="urn:microsoft.com/office/officeart/2005/8/layout/vList2"/>
    <dgm:cxn modelId="{A2DCCD95-D84E-44C4-8271-44E0BE5C0C1A}" type="presOf" srcId="{0C3C5AD0-EDA0-463D-84F5-2EB3EF42DECD}" destId="{9DC5EC0B-D5AA-482F-B18A-6A27FB7EB240}" srcOrd="0" destOrd="0" presId="urn:microsoft.com/office/officeart/2005/8/layout/vList2"/>
    <dgm:cxn modelId="{353853A8-14CF-4099-9560-6EBC0EF3A568}" type="presOf" srcId="{94EF0402-3CB0-480E-857F-1CF904A9D834}" destId="{10DD2E0F-7499-4B91-9D06-72C2457834DB}" srcOrd="0" destOrd="0" presId="urn:microsoft.com/office/officeart/2005/8/layout/vList2"/>
    <dgm:cxn modelId="{E96223BA-8D16-419D-93AF-6B361550A44C}" type="presOf" srcId="{37ED25C2-6FDE-40DF-88ED-363DF5D3FF00}" destId="{BA9EBE61-46AD-47C3-9278-69AC20DAB6C3}" srcOrd="0" destOrd="0" presId="urn:microsoft.com/office/officeart/2005/8/layout/vList2"/>
    <dgm:cxn modelId="{6EB411A4-00AF-43CE-B1B5-3657D617AEAF}" type="presParOf" srcId="{10DD2E0F-7499-4B91-9D06-72C2457834DB}" destId="{9DC5EC0B-D5AA-482F-B18A-6A27FB7EB240}" srcOrd="0" destOrd="0" presId="urn:microsoft.com/office/officeart/2005/8/layout/vList2"/>
    <dgm:cxn modelId="{8B086084-9526-4942-8167-46619D376345}" type="presParOf" srcId="{10DD2E0F-7499-4B91-9D06-72C2457834DB}" destId="{E9080774-921A-4861-9538-A827007A033F}" srcOrd="1" destOrd="0" presId="urn:microsoft.com/office/officeart/2005/8/layout/vList2"/>
    <dgm:cxn modelId="{4EA9290A-D4FB-469F-A990-F4181EF972F3}" type="presParOf" srcId="{10DD2E0F-7499-4B91-9D06-72C2457834DB}" destId="{BA9EBE61-46AD-47C3-9278-69AC20DAB6C3}" srcOrd="2" destOrd="0" presId="urn:microsoft.com/office/officeart/2005/8/layout/vList2"/>
    <dgm:cxn modelId="{F362C114-7D38-435E-AF54-F8501B5C5084}" type="presParOf" srcId="{10DD2E0F-7499-4B91-9D06-72C2457834DB}" destId="{0BABE1DB-EBCC-42A4-A471-757AB84ADF90}" srcOrd="3" destOrd="0" presId="urn:microsoft.com/office/officeart/2005/8/layout/vList2"/>
    <dgm:cxn modelId="{ABF8F248-4ECA-48D4-8BC3-484569D141D7}" type="presParOf" srcId="{10DD2E0F-7499-4B91-9D06-72C2457834DB}" destId="{40E5923D-C44C-4AFB-B834-558F4092E49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8BB78C9-A47C-4F66-9095-4A298810D2E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46C538-2B97-403A-8508-501262579193}">
      <dgm:prSet/>
      <dgm:spPr/>
      <dgm:t>
        <a:bodyPr/>
        <a:lstStyle/>
        <a:p>
          <a:r>
            <a:rPr lang="en-US"/>
            <a:t>Pipe: process → process</a:t>
          </a:r>
        </a:p>
      </dgm:t>
    </dgm:pt>
    <dgm:pt modelId="{A99B1FA8-CDE4-497E-9E58-8BF831E77A01}" type="parTrans" cxnId="{5CE5B6A7-A93E-4166-9CF5-8DB3AD08AC44}">
      <dgm:prSet/>
      <dgm:spPr/>
      <dgm:t>
        <a:bodyPr/>
        <a:lstStyle/>
        <a:p>
          <a:endParaRPr lang="en-US"/>
        </a:p>
      </dgm:t>
    </dgm:pt>
    <dgm:pt modelId="{CEE24264-A340-4479-876D-1CB8498AFCD0}" type="sibTrans" cxnId="{5CE5B6A7-A93E-4166-9CF5-8DB3AD08AC44}">
      <dgm:prSet/>
      <dgm:spPr/>
      <dgm:t>
        <a:bodyPr/>
        <a:lstStyle/>
        <a:p>
          <a:endParaRPr lang="en-US"/>
        </a:p>
      </dgm:t>
    </dgm:pt>
    <dgm:pt modelId="{872E1781-0CAD-4902-88BC-E755E432E337}">
      <dgm:prSet/>
      <dgm:spPr/>
      <dgm:t>
        <a:bodyPr/>
        <a:lstStyle/>
        <a:p>
          <a:r>
            <a:rPr lang="en-US"/>
            <a:t>Redirection: process → file</a:t>
          </a:r>
        </a:p>
      </dgm:t>
    </dgm:pt>
    <dgm:pt modelId="{80DFCAEE-B0B1-4B6E-ABC5-6C1F60A4E260}" type="parTrans" cxnId="{E9EF3BA5-4A52-45AA-96C2-28AFEF48FB78}">
      <dgm:prSet/>
      <dgm:spPr/>
      <dgm:t>
        <a:bodyPr/>
        <a:lstStyle/>
        <a:p>
          <a:endParaRPr lang="en-US"/>
        </a:p>
      </dgm:t>
    </dgm:pt>
    <dgm:pt modelId="{AC7D8E52-B2D3-4F43-B7B3-E432DF27DEBA}" type="sibTrans" cxnId="{E9EF3BA5-4A52-45AA-96C2-28AFEF48FB78}">
      <dgm:prSet/>
      <dgm:spPr/>
      <dgm:t>
        <a:bodyPr/>
        <a:lstStyle/>
        <a:p>
          <a:endParaRPr lang="en-US"/>
        </a:p>
      </dgm:t>
    </dgm:pt>
    <dgm:pt modelId="{C5F5538C-DCAA-468A-ADAF-9E74A4772564}" type="pres">
      <dgm:prSet presAssocID="{48BB78C9-A47C-4F66-9095-4A298810D2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1A4CB8-3D71-40F5-BDD3-A62FA865C90D}" type="pres">
      <dgm:prSet presAssocID="{F246C538-2B97-403A-8508-501262579193}" presName="hierRoot1" presStyleCnt="0"/>
      <dgm:spPr/>
    </dgm:pt>
    <dgm:pt modelId="{6BF1CDA7-D5BE-4BD6-BBD9-A8E45EDB40A8}" type="pres">
      <dgm:prSet presAssocID="{F246C538-2B97-403A-8508-501262579193}" presName="composite" presStyleCnt="0"/>
      <dgm:spPr/>
    </dgm:pt>
    <dgm:pt modelId="{B23E30A6-6FF4-4365-80CE-920DEFF6DB43}" type="pres">
      <dgm:prSet presAssocID="{F246C538-2B97-403A-8508-501262579193}" presName="background" presStyleLbl="node0" presStyleIdx="0" presStyleCnt="2"/>
      <dgm:spPr/>
    </dgm:pt>
    <dgm:pt modelId="{DE2155C0-22DE-46D9-B14C-B6022D72FDBB}" type="pres">
      <dgm:prSet presAssocID="{F246C538-2B97-403A-8508-501262579193}" presName="text" presStyleLbl="fgAcc0" presStyleIdx="0" presStyleCnt="2">
        <dgm:presLayoutVars>
          <dgm:chPref val="3"/>
        </dgm:presLayoutVars>
      </dgm:prSet>
      <dgm:spPr/>
    </dgm:pt>
    <dgm:pt modelId="{CDC2B691-788F-4EF5-BFFB-CDEC433323D0}" type="pres">
      <dgm:prSet presAssocID="{F246C538-2B97-403A-8508-501262579193}" presName="hierChild2" presStyleCnt="0"/>
      <dgm:spPr/>
    </dgm:pt>
    <dgm:pt modelId="{1189329A-040D-47CE-A345-85C3297C41F7}" type="pres">
      <dgm:prSet presAssocID="{872E1781-0CAD-4902-88BC-E755E432E337}" presName="hierRoot1" presStyleCnt="0"/>
      <dgm:spPr/>
    </dgm:pt>
    <dgm:pt modelId="{B8900F7A-D590-4E7D-B49F-129183608EA7}" type="pres">
      <dgm:prSet presAssocID="{872E1781-0CAD-4902-88BC-E755E432E337}" presName="composite" presStyleCnt="0"/>
      <dgm:spPr/>
    </dgm:pt>
    <dgm:pt modelId="{2B937766-87D2-4D53-B490-691E4718249F}" type="pres">
      <dgm:prSet presAssocID="{872E1781-0CAD-4902-88BC-E755E432E337}" presName="background" presStyleLbl="node0" presStyleIdx="1" presStyleCnt="2"/>
      <dgm:spPr/>
    </dgm:pt>
    <dgm:pt modelId="{D5787C4D-9636-4911-B83F-7C860B9D2711}" type="pres">
      <dgm:prSet presAssocID="{872E1781-0CAD-4902-88BC-E755E432E337}" presName="text" presStyleLbl="fgAcc0" presStyleIdx="1" presStyleCnt="2">
        <dgm:presLayoutVars>
          <dgm:chPref val="3"/>
        </dgm:presLayoutVars>
      </dgm:prSet>
      <dgm:spPr/>
    </dgm:pt>
    <dgm:pt modelId="{8CB8399A-5D0D-419F-A237-7669E85FEB65}" type="pres">
      <dgm:prSet presAssocID="{872E1781-0CAD-4902-88BC-E755E432E337}" presName="hierChild2" presStyleCnt="0"/>
      <dgm:spPr/>
    </dgm:pt>
  </dgm:ptLst>
  <dgm:cxnLst>
    <dgm:cxn modelId="{0741B646-E67F-41D8-A655-BEBDE24D2D1E}" type="presOf" srcId="{48BB78C9-A47C-4F66-9095-4A298810D2EA}" destId="{C5F5538C-DCAA-468A-ADAF-9E74A4772564}" srcOrd="0" destOrd="0" presId="urn:microsoft.com/office/officeart/2005/8/layout/hierarchy1"/>
    <dgm:cxn modelId="{E9EF3BA5-4A52-45AA-96C2-28AFEF48FB78}" srcId="{48BB78C9-A47C-4F66-9095-4A298810D2EA}" destId="{872E1781-0CAD-4902-88BC-E755E432E337}" srcOrd="1" destOrd="0" parTransId="{80DFCAEE-B0B1-4B6E-ABC5-6C1F60A4E260}" sibTransId="{AC7D8E52-B2D3-4F43-B7B3-E432DF27DEBA}"/>
    <dgm:cxn modelId="{5CE5B6A7-A93E-4166-9CF5-8DB3AD08AC44}" srcId="{48BB78C9-A47C-4F66-9095-4A298810D2EA}" destId="{F246C538-2B97-403A-8508-501262579193}" srcOrd="0" destOrd="0" parTransId="{A99B1FA8-CDE4-497E-9E58-8BF831E77A01}" sibTransId="{CEE24264-A340-4479-876D-1CB8498AFCD0}"/>
    <dgm:cxn modelId="{72D8E3F5-3CA1-4079-A2F8-8A1016F83198}" type="presOf" srcId="{F246C538-2B97-403A-8508-501262579193}" destId="{DE2155C0-22DE-46D9-B14C-B6022D72FDBB}" srcOrd="0" destOrd="0" presId="urn:microsoft.com/office/officeart/2005/8/layout/hierarchy1"/>
    <dgm:cxn modelId="{0BB85EFF-D10A-408B-BB84-B4FC7E8461D2}" type="presOf" srcId="{872E1781-0CAD-4902-88BC-E755E432E337}" destId="{D5787C4D-9636-4911-B83F-7C860B9D2711}" srcOrd="0" destOrd="0" presId="urn:microsoft.com/office/officeart/2005/8/layout/hierarchy1"/>
    <dgm:cxn modelId="{72B14AB2-F998-4489-9CB6-4CCF28181EC6}" type="presParOf" srcId="{C5F5538C-DCAA-468A-ADAF-9E74A4772564}" destId="{E41A4CB8-3D71-40F5-BDD3-A62FA865C90D}" srcOrd="0" destOrd="0" presId="urn:microsoft.com/office/officeart/2005/8/layout/hierarchy1"/>
    <dgm:cxn modelId="{2ED0A65A-DCE4-46FC-BA51-0A5790E2B08E}" type="presParOf" srcId="{E41A4CB8-3D71-40F5-BDD3-A62FA865C90D}" destId="{6BF1CDA7-D5BE-4BD6-BBD9-A8E45EDB40A8}" srcOrd="0" destOrd="0" presId="urn:microsoft.com/office/officeart/2005/8/layout/hierarchy1"/>
    <dgm:cxn modelId="{0E29DC62-19D0-4F88-ADED-A3559DFFA2D6}" type="presParOf" srcId="{6BF1CDA7-D5BE-4BD6-BBD9-A8E45EDB40A8}" destId="{B23E30A6-6FF4-4365-80CE-920DEFF6DB43}" srcOrd="0" destOrd="0" presId="urn:microsoft.com/office/officeart/2005/8/layout/hierarchy1"/>
    <dgm:cxn modelId="{8E6EB7AA-2628-4A74-A596-E578FDE17423}" type="presParOf" srcId="{6BF1CDA7-D5BE-4BD6-BBD9-A8E45EDB40A8}" destId="{DE2155C0-22DE-46D9-B14C-B6022D72FDBB}" srcOrd="1" destOrd="0" presId="urn:microsoft.com/office/officeart/2005/8/layout/hierarchy1"/>
    <dgm:cxn modelId="{DAC6E323-66CB-411E-84BF-F6581743ACC8}" type="presParOf" srcId="{E41A4CB8-3D71-40F5-BDD3-A62FA865C90D}" destId="{CDC2B691-788F-4EF5-BFFB-CDEC433323D0}" srcOrd="1" destOrd="0" presId="urn:microsoft.com/office/officeart/2005/8/layout/hierarchy1"/>
    <dgm:cxn modelId="{4DD33182-4B14-4A6C-987A-D6D4D05F90F2}" type="presParOf" srcId="{C5F5538C-DCAA-468A-ADAF-9E74A4772564}" destId="{1189329A-040D-47CE-A345-85C3297C41F7}" srcOrd="1" destOrd="0" presId="urn:microsoft.com/office/officeart/2005/8/layout/hierarchy1"/>
    <dgm:cxn modelId="{899554F9-B7DF-4D6F-B0E7-A0DDC7794FF7}" type="presParOf" srcId="{1189329A-040D-47CE-A345-85C3297C41F7}" destId="{B8900F7A-D590-4E7D-B49F-129183608EA7}" srcOrd="0" destOrd="0" presId="urn:microsoft.com/office/officeart/2005/8/layout/hierarchy1"/>
    <dgm:cxn modelId="{26F2AC4B-9FB8-4B31-85E1-4B44DD3D7CDE}" type="presParOf" srcId="{B8900F7A-D590-4E7D-B49F-129183608EA7}" destId="{2B937766-87D2-4D53-B490-691E4718249F}" srcOrd="0" destOrd="0" presId="urn:microsoft.com/office/officeart/2005/8/layout/hierarchy1"/>
    <dgm:cxn modelId="{31D10744-C902-4E4F-BCC2-9C099E987BC6}" type="presParOf" srcId="{B8900F7A-D590-4E7D-B49F-129183608EA7}" destId="{D5787C4D-9636-4911-B83F-7C860B9D2711}" srcOrd="1" destOrd="0" presId="urn:microsoft.com/office/officeart/2005/8/layout/hierarchy1"/>
    <dgm:cxn modelId="{FFD36775-EE7E-4FA0-9C93-A92FA3E9B310}" type="presParOf" srcId="{1189329A-040D-47CE-A345-85C3297C41F7}" destId="{8CB8399A-5D0D-419F-A237-7669E85FEB6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0F585EC-5B26-4B67-AABC-5EE2D634C96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D015933-E6A3-4B04-849B-97B1BEF73A59}">
      <dgm:prSet/>
      <dgm:spPr/>
      <dgm:t>
        <a:bodyPr/>
        <a:lstStyle/>
        <a:p>
          <a:pPr>
            <a:defRPr b="1"/>
          </a:pPr>
          <a:r>
            <a:rPr lang="en-US"/>
            <a:t>File descriptor table</a:t>
          </a:r>
        </a:p>
      </dgm:t>
    </dgm:pt>
    <dgm:pt modelId="{62DF4B03-4AD9-461F-9803-D1DDD9CD93A7}" type="parTrans" cxnId="{92F749D1-F87C-4BC4-BA9A-1E6E98423C2B}">
      <dgm:prSet/>
      <dgm:spPr/>
      <dgm:t>
        <a:bodyPr/>
        <a:lstStyle/>
        <a:p>
          <a:endParaRPr lang="en-US"/>
        </a:p>
      </dgm:t>
    </dgm:pt>
    <dgm:pt modelId="{0D79993D-7AD0-43A2-AC09-A67A11CFA346}" type="sibTrans" cxnId="{92F749D1-F87C-4BC4-BA9A-1E6E98423C2B}">
      <dgm:prSet/>
      <dgm:spPr/>
      <dgm:t>
        <a:bodyPr/>
        <a:lstStyle/>
        <a:p>
          <a:endParaRPr lang="en-US"/>
        </a:p>
      </dgm:t>
    </dgm:pt>
    <dgm:pt modelId="{6B4DCC26-1F5B-49CE-A71C-D92287DE5420}">
      <dgm:prSet/>
      <dgm:spPr/>
      <dgm:t>
        <a:bodyPr/>
        <a:lstStyle/>
        <a:p>
          <a:r>
            <a:rPr lang="en-US" dirty="0"/>
            <a:t>Each process has a table.</a:t>
          </a:r>
        </a:p>
      </dgm:t>
    </dgm:pt>
    <dgm:pt modelId="{E0DF1A96-B543-4AE7-866E-58BE86103A88}" type="parTrans" cxnId="{B4D22851-FE69-492B-9FEB-85FB8A2F2876}">
      <dgm:prSet/>
      <dgm:spPr/>
      <dgm:t>
        <a:bodyPr/>
        <a:lstStyle/>
        <a:p>
          <a:endParaRPr lang="en-US"/>
        </a:p>
      </dgm:t>
    </dgm:pt>
    <dgm:pt modelId="{6BE68BD4-ADFD-42AB-BF08-44C1C1C33ADA}" type="sibTrans" cxnId="{B4D22851-FE69-492B-9FEB-85FB8A2F2876}">
      <dgm:prSet/>
      <dgm:spPr/>
      <dgm:t>
        <a:bodyPr/>
        <a:lstStyle/>
        <a:p>
          <a:endParaRPr lang="en-US"/>
        </a:p>
      </dgm:t>
    </dgm:pt>
    <dgm:pt modelId="{C7729B21-7BF6-416F-AD5E-BE806E6E53CA}">
      <dgm:prSet/>
      <dgm:spPr/>
      <dgm:t>
        <a:bodyPr/>
        <a:lstStyle/>
        <a:p>
          <a:r>
            <a:rPr lang="en-US"/>
            <a:t>nonnegative integer used to identify an entry in the open file table</a:t>
          </a:r>
        </a:p>
      </dgm:t>
    </dgm:pt>
    <dgm:pt modelId="{1C9369A7-CE1F-4894-ACE4-F9A02EA5F593}" type="parTrans" cxnId="{5BFDB283-EC59-418F-AAB0-3B387E25B01D}">
      <dgm:prSet/>
      <dgm:spPr/>
      <dgm:t>
        <a:bodyPr/>
        <a:lstStyle/>
        <a:p>
          <a:endParaRPr lang="en-US"/>
        </a:p>
      </dgm:t>
    </dgm:pt>
    <dgm:pt modelId="{2F870769-27AF-4773-B5A5-14CDBD606990}" type="sibTrans" cxnId="{5BFDB283-EC59-418F-AAB0-3B387E25B01D}">
      <dgm:prSet/>
      <dgm:spPr/>
      <dgm:t>
        <a:bodyPr/>
        <a:lstStyle/>
        <a:p>
          <a:endParaRPr lang="en-US"/>
        </a:p>
      </dgm:t>
    </dgm:pt>
    <dgm:pt modelId="{942CFF9E-545B-40CE-95FB-7AB47699A0F9}">
      <dgm:prSet/>
      <dgm:spPr/>
      <dgm:t>
        <a:bodyPr/>
        <a:lstStyle/>
        <a:p>
          <a:r>
            <a:rPr lang="en-US" dirty="0"/>
            <a:t>The table size is limited, which limits the number of files that can be opened in a process </a:t>
          </a:r>
        </a:p>
      </dgm:t>
    </dgm:pt>
    <dgm:pt modelId="{620B1269-2ADE-40D7-AA0C-9BF7A0A07220}" type="parTrans" cxnId="{F538CAD5-DC46-426F-A816-6D5D8EA8172B}">
      <dgm:prSet/>
      <dgm:spPr/>
      <dgm:t>
        <a:bodyPr/>
        <a:lstStyle/>
        <a:p>
          <a:endParaRPr lang="en-US"/>
        </a:p>
      </dgm:t>
    </dgm:pt>
    <dgm:pt modelId="{5095BD91-82F0-4CAB-BCEF-F8423AF3BFF5}" type="sibTrans" cxnId="{F538CAD5-DC46-426F-A816-6D5D8EA8172B}">
      <dgm:prSet/>
      <dgm:spPr/>
      <dgm:t>
        <a:bodyPr/>
        <a:lstStyle/>
        <a:p>
          <a:endParaRPr lang="en-US"/>
        </a:p>
      </dgm:t>
    </dgm:pt>
    <dgm:pt modelId="{3A7BCB9F-B0A9-497C-8159-B7F8D2122016}">
      <dgm:prSet/>
      <dgm:spPr/>
      <dgm:t>
        <a:bodyPr/>
        <a:lstStyle/>
        <a:p>
          <a:pPr>
            <a:defRPr b="1"/>
          </a:pPr>
          <a:r>
            <a:rPr lang="en-US" dirty="0"/>
            <a:t>Open file table(System)</a:t>
          </a:r>
        </a:p>
      </dgm:t>
    </dgm:pt>
    <dgm:pt modelId="{E3A095AF-9C37-4742-AFFE-945491A30FCC}" type="parTrans" cxnId="{D22216AE-C52B-4A85-A760-43C31A90E8A3}">
      <dgm:prSet/>
      <dgm:spPr/>
      <dgm:t>
        <a:bodyPr/>
        <a:lstStyle/>
        <a:p>
          <a:endParaRPr lang="en-US"/>
        </a:p>
      </dgm:t>
    </dgm:pt>
    <dgm:pt modelId="{FE904B60-F7C5-44C8-A9D9-DD21F0CBC7CD}" type="sibTrans" cxnId="{D22216AE-C52B-4A85-A760-43C31A90E8A3}">
      <dgm:prSet/>
      <dgm:spPr/>
      <dgm:t>
        <a:bodyPr/>
        <a:lstStyle/>
        <a:p>
          <a:endParaRPr lang="en-US"/>
        </a:p>
      </dgm:t>
    </dgm:pt>
    <dgm:pt modelId="{D45905E5-F28E-4B9D-994B-AF8934CA8B11}">
      <dgm:prSet/>
      <dgm:spPr/>
      <dgm:t>
        <a:bodyPr/>
        <a:lstStyle/>
        <a:p>
          <a:r>
            <a:rPr lang="en-US"/>
            <a:t>The whole system shares the table</a:t>
          </a:r>
        </a:p>
      </dgm:t>
    </dgm:pt>
    <dgm:pt modelId="{4E7E5CF0-90A9-4CC3-8A8C-3042E8CFA73B}" type="parTrans" cxnId="{56600508-42E7-490D-AE51-4340120004AA}">
      <dgm:prSet/>
      <dgm:spPr/>
      <dgm:t>
        <a:bodyPr/>
        <a:lstStyle/>
        <a:p>
          <a:endParaRPr lang="en-US"/>
        </a:p>
      </dgm:t>
    </dgm:pt>
    <dgm:pt modelId="{8A9E98F7-6A58-434F-8A0B-2934DD780D24}" type="sibTrans" cxnId="{56600508-42E7-490D-AE51-4340120004AA}">
      <dgm:prSet/>
      <dgm:spPr/>
      <dgm:t>
        <a:bodyPr/>
        <a:lstStyle/>
        <a:p>
          <a:endParaRPr lang="en-US"/>
        </a:p>
      </dgm:t>
    </dgm:pt>
    <dgm:pt modelId="{CC062147-8DE6-4B20-9C2A-AEC9FDB58926}">
      <dgm:prSet/>
      <dgm:spPr/>
      <dgm:t>
        <a:bodyPr/>
        <a:lstStyle/>
        <a:p>
          <a:r>
            <a:rPr lang="en-US"/>
            <a:t>The entries are called open file descriptions, which are records of how files are currently accessed.</a:t>
          </a:r>
        </a:p>
      </dgm:t>
    </dgm:pt>
    <dgm:pt modelId="{2A5A1382-3EB1-4EFF-ACDA-14559CB86AE5}" type="parTrans" cxnId="{F48788EB-78F6-46B5-AE63-D0901D7318A7}">
      <dgm:prSet/>
      <dgm:spPr/>
      <dgm:t>
        <a:bodyPr/>
        <a:lstStyle/>
        <a:p>
          <a:endParaRPr lang="en-US"/>
        </a:p>
      </dgm:t>
    </dgm:pt>
    <dgm:pt modelId="{8E55D9DF-33A2-4D69-9ACB-3841793B621F}" type="sibTrans" cxnId="{F48788EB-78F6-46B5-AE63-D0901D7318A7}">
      <dgm:prSet/>
      <dgm:spPr/>
      <dgm:t>
        <a:bodyPr/>
        <a:lstStyle/>
        <a:p>
          <a:endParaRPr lang="en-US"/>
        </a:p>
      </dgm:t>
    </dgm:pt>
    <dgm:pt modelId="{E4808AD2-E40B-4EA5-813D-8A966982BF1B}">
      <dgm:prSet/>
      <dgm:spPr/>
      <dgm:t>
        <a:bodyPr/>
        <a:lstStyle/>
        <a:p>
          <a:r>
            <a:rPr lang="en-US" dirty="0"/>
            <a:t>File offset: the byte position in the open file description that decides where to access the file through the open file description.</a:t>
          </a:r>
        </a:p>
      </dgm:t>
    </dgm:pt>
    <dgm:pt modelId="{76A4A958-F5DE-4786-9028-1C77D93D9738}" type="parTrans" cxnId="{9E5C3678-F11E-4CE3-B4D0-6C8D4FFD12A5}">
      <dgm:prSet/>
      <dgm:spPr/>
      <dgm:t>
        <a:bodyPr/>
        <a:lstStyle/>
        <a:p>
          <a:endParaRPr lang="en-US"/>
        </a:p>
      </dgm:t>
    </dgm:pt>
    <dgm:pt modelId="{DB1DC162-9406-4E10-9E44-6AF18DDB7E93}" type="sibTrans" cxnId="{9E5C3678-F11E-4CE3-B4D0-6C8D4FFD12A5}">
      <dgm:prSet/>
      <dgm:spPr/>
      <dgm:t>
        <a:bodyPr/>
        <a:lstStyle/>
        <a:p>
          <a:endParaRPr lang="en-US"/>
        </a:p>
      </dgm:t>
    </dgm:pt>
    <dgm:pt modelId="{9EE9E0B8-FD0D-4779-9797-720F0DF457DF}" type="pres">
      <dgm:prSet presAssocID="{A0F585EC-5B26-4B67-AABC-5EE2D634C969}" presName="root" presStyleCnt="0">
        <dgm:presLayoutVars>
          <dgm:dir/>
          <dgm:resizeHandles val="exact"/>
        </dgm:presLayoutVars>
      </dgm:prSet>
      <dgm:spPr/>
    </dgm:pt>
    <dgm:pt modelId="{B412CEE9-5536-4360-B2E0-0D3CDB02E8DD}" type="pres">
      <dgm:prSet presAssocID="{2D015933-E6A3-4B04-849B-97B1BEF73A59}" presName="compNode" presStyleCnt="0"/>
      <dgm:spPr/>
    </dgm:pt>
    <dgm:pt modelId="{1B1D24F5-228D-4433-808D-2D3655946863}" type="pres">
      <dgm:prSet presAssocID="{2D015933-E6A3-4B04-849B-97B1BEF73A5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211E137-39E7-47C7-92A6-4A1A644E44F6}" type="pres">
      <dgm:prSet presAssocID="{2D015933-E6A3-4B04-849B-97B1BEF73A59}" presName="iconSpace" presStyleCnt="0"/>
      <dgm:spPr/>
    </dgm:pt>
    <dgm:pt modelId="{02DCE80B-6611-4053-9C39-F1A1AC706167}" type="pres">
      <dgm:prSet presAssocID="{2D015933-E6A3-4B04-849B-97B1BEF73A59}" presName="parTx" presStyleLbl="revTx" presStyleIdx="0" presStyleCnt="4">
        <dgm:presLayoutVars>
          <dgm:chMax val="0"/>
          <dgm:chPref val="0"/>
        </dgm:presLayoutVars>
      </dgm:prSet>
      <dgm:spPr/>
    </dgm:pt>
    <dgm:pt modelId="{CB9D55B8-5E88-4307-A3B9-EB0C91FB46EB}" type="pres">
      <dgm:prSet presAssocID="{2D015933-E6A3-4B04-849B-97B1BEF73A59}" presName="txSpace" presStyleCnt="0"/>
      <dgm:spPr/>
    </dgm:pt>
    <dgm:pt modelId="{D31697DA-5174-4EDC-BD99-517270A45C5A}" type="pres">
      <dgm:prSet presAssocID="{2D015933-E6A3-4B04-849B-97B1BEF73A59}" presName="desTx" presStyleLbl="revTx" presStyleIdx="1" presStyleCnt="4">
        <dgm:presLayoutVars/>
      </dgm:prSet>
      <dgm:spPr/>
    </dgm:pt>
    <dgm:pt modelId="{BEF58CE7-4505-460D-8326-883452F29A53}" type="pres">
      <dgm:prSet presAssocID="{0D79993D-7AD0-43A2-AC09-A67A11CFA346}" presName="sibTrans" presStyleCnt="0"/>
      <dgm:spPr/>
    </dgm:pt>
    <dgm:pt modelId="{F1FB814A-C935-4923-88F0-6A7BDC8713E8}" type="pres">
      <dgm:prSet presAssocID="{3A7BCB9F-B0A9-497C-8159-B7F8D2122016}" presName="compNode" presStyleCnt="0"/>
      <dgm:spPr/>
    </dgm:pt>
    <dgm:pt modelId="{C380A6A6-D26A-4CC2-BCF3-62E4C4622088}" type="pres">
      <dgm:prSet presAssocID="{3A7BCB9F-B0A9-497C-8159-B7F8D212201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4138892-CB97-4DD9-91EC-EFBA896A7F59}" type="pres">
      <dgm:prSet presAssocID="{3A7BCB9F-B0A9-497C-8159-B7F8D2122016}" presName="iconSpace" presStyleCnt="0"/>
      <dgm:spPr/>
    </dgm:pt>
    <dgm:pt modelId="{B8C8BA52-38B9-4F0B-8745-F611C9C6DA55}" type="pres">
      <dgm:prSet presAssocID="{3A7BCB9F-B0A9-497C-8159-B7F8D2122016}" presName="parTx" presStyleLbl="revTx" presStyleIdx="2" presStyleCnt="4">
        <dgm:presLayoutVars>
          <dgm:chMax val="0"/>
          <dgm:chPref val="0"/>
        </dgm:presLayoutVars>
      </dgm:prSet>
      <dgm:spPr/>
    </dgm:pt>
    <dgm:pt modelId="{81A1F3AC-B23F-449A-ADCD-C1D0B48E5540}" type="pres">
      <dgm:prSet presAssocID="{3A7BCB9F-B0A9-497C-8159-B7F8D2122016}" presName="txSpace" presStyleCnt="0"/>
      <dgm:spPr/>
    </dgm:pt>
    <dgm:pt modelId="{632215B5-65A7-40A9-85EC-9D6115975670}" type="pres">
      <dgm:prSet presAssocID="{3A7BCB9F-B0A9-497C-8159-B7F8D2122016}" presName="desTx" presStyleLbl="revTx" presStyleIdx="3" presStyleCnt="4">
        <dgm:presLayoutVars/>
      </dgm:prSet>
      <dgm:spPr/>
    </dgm:pt>
  </dgm:ptLst>
  <dgm:cxnLst>
    <dgm:cxn modelId="{56600508-42E7-490D-AE51-4340120004AA}" srcId="{3A7BCB9F-B0A9-497C-8159-B7F8D2122016}" destId="{D45905E5-F28E-4B9D-994B-AF8934CA8B11}" srcOrd="0" destOrd="0" parTransId="{4E7E5CF0-90A9-4CC3-8A8C-3042E8CFA73B}" sibTransId="{8A9E98F7-6A58-434F-8A0B-2934DD780D24}"/>
    <dgm:cxn modelId="{DB30F808-0024-45D8-A869-0D27CFC8A521}" type="presOf" srcId="{A0F585EC-5B26-4B67-AABC-5EE2D634C969}" destId="{9EE9E0B8-FD0D-4779-9797-720F0DF457DF}" srcOrd="0" destOrd="0" presId="urn:microsoft.com/office/officeart/2018/2/layout/IconLabelDescriptionList"/>
    <dgm:cxn modelId="{E8306465-1C5B-4A96-A1F0-E3487E16CF31}" type="presOf" srcId="{942CFF9E-545B-40CE-95FB-7AB47699A0F9}" destId="{D31697DA-5174-4EDC-BD99-517270A45C5A}" srcOrd="0" destOrd="2" presId="urn:microsoft.com/office/officeart/2018/2/layout/IconLabelDescriptionList"/>
    <dgm:cxn modelId="{21380C71-E883-4983-A771-F83D218D145A}" type="presOf" srcId="{C7729B21-7BF6-416F-AD5E-BE806E6E53CA}" destId="{D31697DA-5174-4EDC-BD99-517270A45C5A}" srcOrd="0" destOrd="1" presId="urn:microsoft.com/office/officeart/2018/2/layout/IconLabelDescriptionList"/>
    <dgm:cxn modelId="{B4D22851-FE69-492B-9FEB-85FB8A2F2876}" srcId="{2D015933-E6A3-4B04-849B-97B1BEF73A59}" destId="{6B4DCC26-1F5B-49CE-A71C-D92287DE5420}" srcOrd="0" destOrd="0" parTransId="{E0DF1A96-B543-4AE7-866E-58BE86103A88}" sibTransId="{6BE68BD4-ADFD-42AB-BF08-44C1C1C33ADA}"/>
    <dgm:cxn modelId="{9E5C3678-F11E-4CE3-B4D0-6C8D4FFD12A5}" srcId="{3A7BCB9F-B0A9-497C-8159-B7F8D2122016}" destId="{E4808AD2-E40B-4EA5-813D-8A966982BF1B}" srcOrd="2" destOrd="0" parTransId="{76A4A958-F5DE-4786-9028-1C77D93D9738}" sibTransId="{DB1DC162-9406-4E10-9E44-6AF18DDB7E93}"/>
    <dgm:cxn modelId="{1EC0F082-6836-4C89-8096-A097FE73F33A}" type="presOf" srcId="{6B4DCC26-1F5B-49CE-A71C-D92287DE5420}" destId="{D31697DA-5174-4EDC-BD99-517270A45C5A}" srcOrd="0" destOrd="0" presId="urn:microsoft.com/office/officeart/2018/2/layout/IconLabelDescriptionList"/>
    <dgm:cxn modelId="{5BFDB283-EC59-418F-AAB0-3B387E25B01D}" srcId="{2D015933-E6A3-4B04-849B-97B1BEF73A59}" destId="{C7729B21-7BF6-416F-AD5E-BE806E6E53CA}" srcOrd="1" destOrd="0" parTransId="{1C9369A7-CE1F-4894-ACE4-F9A02EA5F593}" sibTransId="{2F870769-27AF-4773-B5A5-14CDBD606990}"/>
    <dgm:cxn modelId="{57EED084-9410-4F8C-8AC5-ED0F97A3191E}" type="presOf" srcId="{CC062147-8DE6-4B20-9C2A-AEC9FDB58926}" destId="{632215B5-65A7-40A9-85EC-9D6115975670}" srcOrd="0" destOrd="1" presId="urn:microsoft.com/office/officeart/2018/2/layout/IconLabelDescriptionList"/>
    <dgm:cxn modelId="{4723D98A-F6C7-4CE0-9193-0B681C365163}" type="presOf" srcId="{2D015933-E6A3-4B04-849B-97B1BEF73A59}" destId="{02DCE80B-6611-4053-9C39-F1A1AC706167}" srcOrd="0" destOrd="0" presId="urn:microsoft.com/office/officeart/2018/2/layout/IconLabelDescriptionList"/>
    <dgm:cxn modelId="{BA3FEDAA-E9E0-4A88-97D7-1FC566157901}" type="presOf" srcId="{3A7BCB9F-B0A9-497C-8159-B7F8D2122016}" destId="{B8C8BA52-38B9-4F0B-8745-F611C9C6DA55}" srcOrd="0" destOrd="0" presId="urn:microsoft.com/office/officeart/2018/2/layout/IconLabelDescriptionList"/>
    <dgm:cxn modelId="{D22216AE-C52B-4A85-A760-43C31A90E8A3}" srcId="{A0F585EC-5B26-4B67-AABC-5EE2D634C969}" destId="{3A7BCB9F-B0A9-497C-8159-B7F8D2122016}" srcOrd="1" destOrd="0" parTransId="{E3A095AF-9C37-4742-AFFE-945491A30FCC}" sibTransId="{FE904B60-F7C5-44C8-A9D9-DD21F0CBC7CD}"/>
    <dgm:cxn modelId="{A0E483CF-1E9B-4BCB-ABDF-21B1FC8EFF41}" type="presOf" srcId="{D45905E5-F28E-4B9D-994B-AF8934CA8B11}" destId="{632215B5-65A7-40A9-85EC-9D6115975670}" srcOrd="0" destOrd="0" presId="urn:microsoft.com/office/officeart/2018/2/layout/IconLabelDescriptionList"/>
    <dgm:cxn modelId="{92F749D1-F87C-4BC4-BA9A-1E6E98423C2B}" srcId="{A0F585EC-5B26-4B67-AABC-5EE2D634C969}" destId="{2D015933-E6A3-4B04-849B-97B1BEF73A59}" srcOrd="0" destOrd="0" parTransId="{62DF4B03-4AD9-461F-9803-D1DDD9CD93A7}" sibTransId="{0D79993D-7AD0-43A2-AC09-A67A11CFA346}"/>
    <dgm:cxn modelId="{F538CAD5-DC46-426F-A816-6D5D8EA8172B}" srcId="{2D015933-E6A3-4B04-849B-97B1BEF73A59}" destId="{942CFF9E-545B-40CE-95FB-7AB47699A0F9}" srcOrd="2" destOrd="0" parTransId="{620B1269-2ADE-40D7-AA0C-9BF7A0A07220}" sibTransId="{5095BD91-82F0-4CAB-BCEF-F8423AF3BFF5}"/>
    <dgm:cxn modelId="{F48788EB-78F6-46B5-AE63-D0901D7318A7}" srcId="{3A7BCB9F-B0A9-497C-8159-B7F8D2122016}" destId="{CC062147-8DE6-4B20-9C2A-AEC9FDB58926}" srcOrd="1" destOrd="0" parTransId="{2A5A1382-3EB1-4EFF-ACDA-14559CB86AE5}" sibTransId="{8E55D9DF-33A2-4D69-9ACB-3841793B621F}"/>
    <dgm:cxn modelId="{87EFEAF8-7E52-4E8C-80B1-D1DA52470A61}" type="presOf" srcId="{E4808AD2-E40B-4EA5-813D-8A966982BF1B}" destId="{632215B5-65A7-40A9-85EC-9D6115975670}" srcOrd="0" destOrd="2" presId="urn:microsoft.com/office/officeart/2018/2/layout/IconLabelDescriptionList"/>
    <dgm:cxn modelId="{6C57A28C-19E1-4DFD-9952-6563B4D1271E}" type="presParOf" srcId="{9EE9E0B8-FD0D-4779-9797-720F0DF457DF}" destId="{B412CEE9-5536-4360-B2E0-0D3CDB02E8DD}" srcOrd="0" destOrd="0" presId="urn:microsoft.com/office/officeart/2018/2/layout/IconLabelDescriptionList"/>
    <dgm:cxn modelId="{27FB1E3C-9C1B-4922-B7C4-162641AAA4A8}" type="presParOf" srcId="{B412CEE9-5536-4360-B2E0-0D3CDB02E8DD}" destId="{1B1D24F5-228D-4433-808D-2D3655946863}" srcOrd="0" destOrd="0" presId="urn:microsoft.com/office/officeart/2018/2/layout/IconLabelDescriptionList"/>
    <dgm:cxn modelId="{96F9413A-3892-4C18-9B0D-34E44928C465}" type="presParOf" srcId="{B412CEE9-5536-4360-B2E0-0D3CDB02E8DD}" destId="{6211E137-39E7-47C7-92A6-4A1A644E44F6}" srcOrd="1" destOrd="0" presId="urn:microsoft.com/office/officeart/2018/2/layout/IconLabelDescriptionList"/>
    <dgm:cxn modelId="{7DD32022-A111-4654-B21E-2AB658C14F07}" type="presParOf" srcId="{B412CEE9-5536-4360-B2E0-0D3CDB02E8DD}" destId="{02DCE80B-6611-4053-9C39-F1A1AC706167}" srcOrd="2" destOrd="0" presId="urn:microsoft.com/office/officeart/2018/2/layout/IconLabelDescriptionList"/>
    <dgm:cxn modelId="{751D15E7-4772-429E-A3F3-DEDFED27A1BE}" type="presParOf" srcId="{B412CEE9-5536-4360-B2E0-0D3CDB02E8DD}" destId="{CB9D55B8-5E88-4307-A3B9-EB0C91FB46EB}" srcOrd="3" destOrd="0" presId="urn:microsoft.com/office/officeart/2018/2/layout/IconLabelDescriptionList"/>
    <dgm:cxn modelId="{316C60C6-5B66-4B07-B01D-50BB7869D5C2}" type="presParOf" srcId="{B412CEE9-5536-4360-B2E0-0D3CDB02E8DD}" destId="{D31697DA-5174-4EDC-BD99-517270A45C5A}" srcOrd="4" destOrd="0" presId="urn:microsoft.com/office/officeart/2018/2/layout/IconLabelDescriptionList"/>
    <dgm:cxn modelId="{5C42EBFF-D20D-4544-98B6-1D32E3DEDED0}" type="presParOf" srcId="{9EE9E0B8-FD0D-4779-9797-720F0DF457DF}" destId="{BEF58CE7-4505-460D-8326-883452F29A53}" srcOrd="1" destOrd="0" presId="urn:microsoft.com/office/officeart/2018/2/layout/IconLabelDescriptionList"/>
    <dgm:cxn modelId="{061F9F27-2986-44D5-AF0B-1F4ED52A6E86}" type="presParOf" srcId="{9EE9E0B8-FD0D-4779-9797-720F0DF457DF}" destId="{F1FB814A-C935-4923-88F0-6A7BDC8713E8}" srcOrd="2" destOrd="0" presId="urn:microsoft.com/office/officeart/2018/2/layout/IconLabelDescriptionList"/>
    <dgm:cxn modelId="{55CDC19E-3681-4334-9353-52AB74B844BE}" type="presParOf" srcId="{F1FB814A-C935-4923-88F0-6A7BDC8713E8}" destId="{C380A6A6-D26A-4CC2-BCF3-62E4C4622088}" srcOrd="0" destOrd="0" presId="urn:microsoft.com/office/officeart/2018/2/layout/IconLabelDescriptionList"/>
    <dgm:cxn modelId="{953C64F2-0DFF-42D5-9988-3053F5DD0DEF}" type="presParOf" srcId="{F1FB814A-C935-4923-88F0-6A7BDC8713E8}" destId="{A4138892-CB97-4DD9-91EC-EFBA896A7F59}" srcOrd="1" destOrd="0" presId="urn:microsoft.com/office/officeart/2018/2/layout/IconLabelDescriptionList"/>
    <dgm:cxn modelId="{70B2BA31-BA44-435E-A17E-0343ECA13F76}" type="presParOf" srcId="{F1FB814A-C935-4923-88F0-6A7BDC8713E8}" destId="{B8C8BA52-38B9-4F0B-8745-F611C9C6DA55}" srcOrd="2" destOrd="0" presId="urn:microsoft.com/office/officeart/2018/2/layout/IconLabelDescriptionList"/>
    <dgm:cxn modelId="{B0088C1F-DCE0-4338-ACCF-1CBDB8D8BFE4}" type="presParOf" srcId="{F1FB814A-C935-4923-88F0-6A7BDC8713E8}" destId="{81A1F3AC-B23F-449A-ADCD-C1D0B48E5540}" srcOrd="3" destOrd="0" presId="urn:microsoft.com/office/officeart/2018/2/layout/IconLabelDescriptionList"/>
    <dgm:cxn modelId="{261F98A4-7185-4355-8F61-A180B3D2CFAF}" type="presParOf" srcId="{F1FB814A-C935-4923-88F0-6A7BDC8713E8}" destId="{632215B5-65A7-40A9-85EC-9D611597567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1D3ADC8-BE18-488B-BA7D-F3D85B5FD9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189AEE3-0CF0-4981-B526-986FC4DCFFD9}">
      <dgm:prSet/>
      <dgm:spPr/>
      <dgm:t>
        <a:bodyPr/>
        <a:lstStyle/>
        <a:p>
          <a:pPr>
            <a:defRPr cap="all"/>
          </a:pPr>
          <a:r>
            <a:rPr lang="en-US"/>
            <a:t>Unnamed pipes → temporary IPC</a:t>
          </a:r>
        </a:p>
      </dgm:t>
    </dgm:pt>
    <dgm:pt modelId="{6A75DDDF-D744-42C1-B479-FA1E5D2C50A7}" type="parTrans" cxnId="{B27637C1-4759-44B4-9F7C-E6C80864D9C1}">
      <dgm:prSet/>
      <dgm:spPr/>
      <dgm:t>
        <a:bodyPr/>
        <a:lstStyle/>
        <a:p>
          <a:endParaRPr lang="en-US"/>
        </a:p>
      </dgm:t>
    </dgm:pt>
    <dgm:pt modelId="{78BBD983-7EAB-4075-BABD-37B5D74A39C1}" type="sibTrans" cxnId="{B27637C1-4759-44B4-9F7C-E6C80864D9C1}">
      <dgm:prSet/>
      <dgm:spPr/>
      <dgm:t>
        <a:bodyPr/>
        <a:lstStyle/>
        <a:p>
          <a:endParaRPr lang="en-US"/>
        </a:p>
      </dgm:t>
    </dgm:pt>
    <dgm:pt modelId="{BEFF0EB8-7CC3-48D4-8D30-B142DC2C3ED4}">
      <dgm:prSet/>
      <dgm:spPr/>
      <dgm:t>
        <a:bodyPr/>
        <a:lstStyle/>
        <a:p>
          <a:pPr>
            <a:defRPr cap="all"/>
          </a:pPr>
          <a:r>
            <a:rPr lang="en-US"/>
            <a:t>Named pipes → persistent IPC via filesystem</a:t>
          </a:r>
        </a:p>
      </dgm:t>
    </dgm:pt>
    <dgm:pt modelId="{FE7057F0-F3B1-4A69-BC6E-5764A6770E6D}" type="parTrans" cxnId="{FB473A2E-FD68-4300-9EBF-E9A5B1BF03BA}">
      <dgm:prSet/>
      <dgm:spPr/>
      <dgm:t>
        <a:bodyPr/>
        <a:lstStyle/>
        <a:p>
          <a:endParaRPr lang="en-US"/>
        </a:p>
      </dgm:t>
    </dgm:pt>
    <dgm:pt modelId="{6E2D41AA-D010-4150-A62D-47201FB3C20F}" type="sibTrans" cxnId="{FB473A2E-FD68-4300-9EBF-E9A5B1BF03BA}">
      <dgm:prSet/>
      <dgm:spPr/>
      <dgm:t>
        <a:bodyPr/>
        <a:lstStyle/>
        <a:p>
          <a:endParaRPr lang="en-US"/>
        </a:p>
      </dgm:t>
    </dgm:pt>
    <dgm:pt modelId="{C20B2134-1744-46CF-B442-45D2CA9E3EE5}">
      <dgm:prSet/>
      <dgm:spPr/>
      <dgm:t>
        <a:bodyPr/>
        <a:lstStyle/>
        <a:p>
          <a:pPr>
            <a:defRPr cap="all"/>
          </a:pPr>
          <a:r>
            <a:rPr lang="en-US"/>
            <a:t>Redirection → file-process connection</a:t>
          </a:r>
        </a:p>
      </dgm:t>
    </dgm:pt>
    <dgm:pt modelId="{2A7239A3-D9ED-4395-A788-44BA0C23CB2B}" type="parTrans" cxnId="{4CF1EDE5-8FC8-4AE0-8698-D55D7BA5BF58}">
      <dgm:prSet/>
      <dgm:spPr/>
      <dgm:t>
        <a:bodyPr/>
        <a:lstStyle/>
        <a:p>
          <a:endParaRPr lang="en-US"/>
        </a:p>
      </dgm:t>
    </dgm:pt>
    <dgm:pt modelId="{E1B8A70A-A2A3-4258-947F-6FD8F5B759BF}" type="sibTrans" cxnId="{4CF1EDE5-8FC8-4AE0-8698-D55D7BA5BF58}">
      <dgm:prSet/>
      <dgm:spPr/>
      <dgm:t>
        <a:bodyPr/>
        <a:lstStyle/>
        <a:p>
          <a:endParaRPr lang="en-US"/>
        </a:p>
      </dgm:t>
    </dgm:pt>
    <dgm:pt modelId="{6DF9335C-25D7-4B3B-BE28-198D05B85395}" type="pres">
      <dgm:prSet presAssocID="{91D3ADC8-BE18-488B-BA7D-F3D85B5FD9C4}" presName="root" presStyleCnt="0">
        <dgm:presLayoutVars>
          <dgm:dir/>
          <dgm:resizeHandles val="exact"/>
        </dgm:presLayoutVars>
      </dgm:prSet>
      <dgm:spPr/>
    </dgm:pt>
    <dgm:pt modelId="{EB5547B5-229F-4C95-A9F7-E833DD2E78FF}" type="pres">
      <dgm:prSet presAssocID="{3189AEE3-0CF0-4981-B526-986FC4DCFFD9}" presName="compNode" presStyleCnt="0"/>
      <dgm:spPr/>
    </dgm:pt>
    <dgm:pt modelId="{4C831A9F-EFFD-482B-A8F2-BE86D8C3BD10}" type="pres">
      <dgm:prSet presAssocID="{3189AEE3-0CF0-4981-B526-986FC4DCFFD9}" presName="iconBgRect" presStyleLbl="bgShp" presStyleIdx="0" presStyleCnt="3"/>
      <dgm:spPr/>
    </dgm:pt>
    <dgm:pt modelId="{810AA155-04C1-4635-BA54-1455D67E79E3}" type="pres">
      <dgm:prSet presAssocID="{3189AEE3-0CF0-4981-B526-986FC4DCFF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110B9322-1E85-4569-98F2-D1305F9235A4}" type="pres">
      <dgm:prSet presAssocID="{3189AEE3-0CF0-4981-B526-986FC4DCFFD9}" presName="spaceRect" presStyleCnt="0"/>
      <dgm:spPr/>
    </dgm:pt>
    <dgm:pt modelId="{50BA8E92-1C20-480A-BB61-36835AAF2AF8}" type="pres">
      <dgm:prSet presAssocID="{3189AEE3-0CF0-4981-B526-986FC4DCFFD9}" presName="textRect" presStyleLbl="revTx" presStyleIdx="0" presStyleCnt="3">
        <dgm:presLayoutVars>
          <dgm:chMax val="1"/>
          <dgm:chPref val="1"/>
        </dgm:presLayoutVars>
      </dgm:prSet>
      <dgm:spPr/>
    </dgm:pt>
    <dgm:pt modelId="{D83E2ADB-DBE0-466C-B83D-22F3CB7A07C0}" type="pres">
      <dgm:prSet presAssocID="{78BBD983-7EAB-4075-BABD-37B5D74A39C1}" presName="sibTrans" presStyleCnt="0"/>
      <dgm:spPr/>
    </dgm:pt>
    <dgm:pt modelId="{208D6BF9-6BFF-4FBA-B540-E0CA4194DCC4}" type="pres">
      <dgm:prSet presAssocID="{BEFF0EB8-7CC3-48D4-8D30-B142DC2C3ED4}" presName="compNode" presStyleCnt="0"/>
      <dgm:spPr/>
    </dgm:pt>
    <dgm:pt modelId="{A8C799DD-4176-4B62-8801-974538099679}" type="pres">
      <dgm:prSet presAssocID="{BEFF0EB8-7CC3-48D4-8D30-B142DC2C3ED4}" presName="iconBgRect" presStyleLbl="bgShp" presStyleIdx="1" presStyleCnt="3"/>
      <dgm:spPr/>
    </dgm:pt>
    <dgm:pt modelId="{508A71C6-EF60-42F6-905A-B035F025BA97}" type="pres">
      <dgm:prSet presAssocID="{BEFF0EB8-7CC3-48D4-8D30-B142DC2C3ED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5A6BEF-432C-4403-BC96-0479BB691A01}" type="pres">
      <dgm:prSet presAssocID="{BEFF0EB8-7CC3-48D4-8D30-B142DC2C3ED4}" presName="spaceRect" presStyleCnt="0"/>
      <dgm:spPr/>
    </dgm:pt>
    <dgm:pt modelId="{15EF606A-B981-48AA-B43A-1793DB6FBC4A}" type="pres">
      <dgm:prSet presAssocID="{BEFF0EB8-7CC3-48D4-8D30-B142DC2C3ED4}" presName="textRect" presStyleLbl="revTx" presStyleIdx="1" presStyleCnt="3">
        <dgm:presLayoutVars>
          <dgm:chMax val="1"/>
          <dgm:chPref val="1"/>
        </dgm:presLayoutVars>
      </dgm:prSet>
      <dgm:spPr/>
    </dgm:pt>
    <dgm:pt modelId="{11297129-0689-4128-B135-3138818C26ED}" type="pres">
      <dgm:prSet presAssocID="{6E2D41AA-D010-4150-A62D-47201FB3C20F}" presName="sibTrans" presStyleCnt="0"/>
      <dgm:spPr/>
    </dgm:pt>
    <dgm:pt modelId="{3FF3911C-3002-412B-BDC7-2EC41AA4E3E1}" type="pres">
      <dgm:prSet presAssocID="{C20B2134-1744-46CF-B442-45D2CA9E3EE5}" presName="compNode" presStyleCnt="0"/>
      <dgm:spPr/>
    </dgm:pt>
    <dgm:pt modelId="{259D4E51-571C-4D05-BED9-B8032282BCF0}" type="pres">
      <dgm:prSet presAssocID="{C20B2134-1744-46CF-B442-45D2CA9E3EE5}" presName="iconBgRect" presStyleLbl="bgShp" presStyleIdx="2" presStyleCnt="3"/>
      <dgm:spPr/>
    </dgm:pt>
    <dgm:pt modelId="{0344081D-8DBB-496F-8C55-8F4991060028}" type="pres">
      <dgm:prSet presAssocID="{C20B2134-1744-46CF-B442-45D2CA9E3EE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3A4A0CB4-FC7A-450D-ABC1-2E562760728B}" type="pres">
      <dgm:prSet presAssocID="{C20B2134-1744-46CF-B442-45D2CA9E3EE5}" presName="spaceRect" presStyleCnt="0"/>
      <dgm:spPr/>
    </dgm:pt>
    <dgm:pt modelId="{798ADFD4-3DFE-4E91-9805-144A1BD7EC9F}" type="pres">
      <dgm:prSet presAssocID="{C20B2134-1744-46CF-B442-45D2CA9E3EE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473A2E-FD68-4300-9EBF-E9A5B1BF03BA}" srcId="{91D3ADC8-BE18-488B-BA7D-F3D85B5FD9C4}" destId="{BEFF0EB8-7CC3-48D4-8D30-B142DC2C3ED4}" srcOrd="1" destOrd="0" parTransId="{FE7057F0-F3B1-4A69-BC6E-5764A6770E6D}" sibTransId="{6E2D41AA-D010-4150-A62D-47201FB3C20F}"/>
    <dgm:cxn modelId="{A53B1F7C-F0DC-4D0E-91D6-7CE57A00B6B2}" type="presOf" srcId="{3189AEE3-0CF0-4981-B526-986FC4DCFFD9}" destId="{50BA8E92-1C20-480A-BB61-36835AAF2AF8}" srcOrd="0" destOrd="0" presId="urn:microsoft.com/office/officeart/2018/5/layout/IconCircleLabelList"/>
    <dgm:cxn modelId="{329077AD-D073-4952-AF64-D54A3EC2BE80}" type="presOf" srcId="{91D3ADC8-BE18-488B-BA7D-F3D85B5FD9C4}" destId="{6DF9335C-25D7-4B3B-BE28-198D05B85395}" srcOrd="0" destOrd="0" presId="urn:microsoft.com/office/officeart/2018/5/layout/IconCircleLabelList"/>
    <dgm:cxn modelId="{B27637C1-4759-44B4-9F7C-E6C80864D9C1}" srcId="{91D3ADC8-BE18-488B-BA7D-F3D85B5FD9C4}" destId="{3189AEE3-0CF0-4981-B526-986FC4DCFFD9}" srcOrd="0" destOrd="0" parTransId="{6A75DDDF-D744-42C1-B479-FA1E5D2C50A7}" sibTransId="{78BBD983-7EAB-4075-BABD-37B5D74A39C1}"/>
    <dgm:cxn modelId="{D1746FDD-4CBE-4B6E-9E3C-A8D1A13FBF79}" type="presOf" srcId="{C20B2134-1744-46CF-B442-45D2CA9E3EE5}" destId="{798ADFD4-3DFE-4E91-9805-144A1BD7EC9F}" srcOrd="0" destOrd="0" presId="urn:microsoft.com/office/officeart/2018/5/layout/IconCircleLabelList"/>
    <dgm:cxn modelId="{4CF1EDE5-8FC8-4AE0-8698-D55D7BA5BF58}" srcId="{91D3ADC8-BE18-488B-BA7D-F3D85B5FD9C4}" destId="{C20B2134-1744-46CF-B442-45D2CA9E3EE5}" srcOrd="2" destOrd="0" parTransId="{2A7239A3-D9ED-4395-A788-44BA0C23CB2B}" sibTransId="{E1B8A70A-A2A3-4258-947F-6FD8F5B759BF}"/>
    <dgm:cxn modelId="{4A5FC7F4-D240-4C5F-AB15-10963C40CE1E}" type="presOf" srcId="{BEFF0EB8-7CC3-48D4-8D30-B142DC2C3ED4}" destId="{15EF606A-B981-48AA-B43A-1793DB6FBC4A}" srcOrd="0" destOrd="0" presId="urn:microsoft.com/office/officeart/2018/5/layout/IconCircleLabelList"/>
    <dgm:cxn modelId="{DB1BA238-2191-4024-B7EB-F72C2660DD59}" type="presParOf" srcId="{6DF9335C-25D7-4B3B-BE28-198D05B85395}" destId="{EB5547B5-229F-4C95-A9F7-E833DD2E78FF}" srcOrd="0" destOrd="0" presId="urn:microsoft.com/office/officeart/2018/5/layout/IconCircleLabelList"/>
    <dgm:cxn modelId="{A4FE97FA-E07E-458E-BC56-F9DDECBA9AD1}" type="presParOf" srcId="{EB5547B5-229F-4C95-A9F7-E833DD2E78FF}" destId="{4C831A9F-EFFD-482B-A8F2-BE86D8C3BD10}" srcOrd="0" destOrd="0" presId="urn:microsoft.com/office/officeart/2018/5/layout/IconCircleLabelList"/>
    <dgm:cxn modelId="{227F23A6-1A74-4029-B84B-03412E5BC895}" type="presParOf" srcId="{EB5547B5-229F-4C95-A9F7-E833DD2E78FF}" destId="{810AA155-04C1-4635-BA54-1455D67E79E3}" srcOrd="1" destOrd="0" presId="urn:microsoft.com/office/officeart/2018/5/layout/IconCircleLabelList"/>
    <dgm:cxn modelId="{885454DB-3861-4E58-B742-18111A8A87B2}" type="presParOf" srcId="{EB5547B5-229F-4C95-A9F7-E833DD2E78FF}" destId="{110B9322-1E85-4569-98F2-D1305F9235A4}" srcOrd="2" destOrd="0" presId="urn:microsoft.com/office/officeart/2018/5/layout/IconCircleLabelList"/>
    <dgm:cxn modelId="{7C749719-33CC-4938-B292-61DDA889B45F}" type="presParOf" srcId="{EB5547B5-229F-4C95-A9F7-E833DD2E78FF}" destId="{50BA8E92-1C20-480A-BB61-36835AAF2AF8}" srcOrd="3" destOrd="0" presId="urn:microsoft.com/office/officeart/2018/5/layout/IconCircleLabelList"/>
    <dgm:cxn modelId="{B7EB09D1-DDAD-43C1-BDC9-7E606CC1C520}" type="presParOf" srcId="{6DF9335C-25D7-4B3B-BE28-198D05B85395}" destId="{D83E2ADB-DBE0-466C-B83D-22F3CB7A07C0}" srcOrd="1" destOrd="0" presId="urn:microsoft.com/office/officeart/2018/5/layout/IconCircleLabelList"/>
    <dgm:cxn modelId="{5CF83CFE-AA34-41A3-AE21-39BEEF6A923C}" type="presParOf" srcId="{6DF9335C-25D7-4B3B-BE28-198D05B85395}" destId="{208D6BF9-6BFF-4FBA-B540-E0CA4194DCC4}" srcOrd="2" destOrd="0" presId="urn:microsoft.com/office/officeart/2018/5/layout/IconCircleLabelList"/>
    <dgm:cxn modelId="{258DDB80-072A-4974-B5DE-A723B5732699}" type="presParOf" srcId="{208D6BF9-6BFF-4FBA-B540-E0CA4194DCC4}" destId="{A8C799DD-4176-4B62-8801-974538099679}" srcOrd="0" destOrd="0" presId="urn:microsoft.com/office/officeart/2018/5/layout/IconCircleLabelList"/>
    <dgm:cxn modelId="{D6B9C030-A90B-425E-B64B-DB37CE1AFDCC}" type="presParOf" srcId="{208D6BF9-6BFF-4FBA-B540-E0CA4194DCC4}" destId="{508A71C6-EF60-42F6-905A-B035F025BA97}" srcOrd="1" destOrd="0" presId="urn:microsoft.com/office/officeart/2018/5/layout/IconCircleLabelList"/>
    <dgm:cxn modelId="{FAD273FB-85CB-4ED8-A8EA-75410EE34279}" type="presParOf" srcId="{208D6BF9-6BFF-4FBA-B540-E0CA4194DCC4}" destId="{EC5A6BEF-432C-4403-BC96-0479BB691A01}" srcOrd="2" destOrd="0" presId="urn:microsoft.com/office/officeart/2018/5/layout/IconCircleLabelList"/>
    <dgm:cxn modelId="{C33EE535-AF9E-4A8E-BA6E-77B895BB293F}" type="presParOf" srcId="{208D6BF9-6BFF-4FBA-B540-E0CA4194DCC4}" destId="{15EF606A-B981-48AA-B43A-1793DB6FBC4A}" srcOrd="3" destOrd="0" presId="urn:microsoft.com/office/officeart/2018/5/layout/IconCircleLabelList"/>
    <dgm:cxn modelId="{96BE3ADF-C259-4404-BCBF-42CF021743B3}" type="presParOf" srcId="{6DF9335C-25D7-4B3B-BE28-198D05B85395}" destId="{11297129-0689-4128-B135-3138818C26ED}" srcOrd="3" destOrd="0" presId="urn:microsoft.com/office/officeart/2018/5/layout/IconCircleLabelList"/>
    <dgm:cxn modelId="{09550831-4AD4-41F9-A470-3D57A126FCA4}" type="presParOf" srcId="{6DF9335C-25D7-4B3B-BE28-198D05B85395}" destId="{3FF3911C-3002-412B-BDC7-2EC41AA4E3E1}" srcOrd="4" destOrd="0" presId="urn:microsoft.com/office/officeart/2018/5/layout/IconCircleLabelList"/>
    <dgm:cxn modelId="{3C961E63-8474-43A7-A7B8-D7D17877D603}" type="presParOf" srcId="{3FF3911C-3002-412B-BDC7-2EC41AA4E3E1}" destId="{259D4E51-571C-4D05-BED9-B8032282BCF0}" srcOrd="0" destOrd="0" presId="urn:microsoft.com/office/officeart/2018/5/layout/IconCircleLabelList"/>
    <dgm:cxn modelId="{A078A0C0-2FBE-4DA2-83D3-66B4A7E68A3B}" type="presParOf" srcId="{3FF3911C-3002-412B-BDC7-2EC41AA4E3E1}" destId="{0344081D-8DBB-496F-8C55-8F4991060028}" srcOrd="1" destOrd="0" presId="urn:microsoft.com/office/officeart/2018/5/layout/IconCircleLabelList"/>
    <dgm:cxn modelId="{3BA5DB04-9FB9-439F-8C33-02CD6913F0E3}" type="presParOf" srcId="{3FF3911C-3002-412B-BDC7-2EC41AA4E3E1}" destId="{3A4A0CB4-FC7A-450D-ABC1-2E562760728B}" srcOrd="2" destOrd="0" presId="urn:microsoft.com/office/officeart/2018/5/layout/IconCircleLabelList"/>
    <dgm:cxn modelId="{3C701D7B-4843-46C0-9718-D9FB6E2A19BA}" type="presParOf" srcId="{3FF3911C-3002-412B-BDC7-2EC41AA4E3E1}" destId="{798ADFD4-3DFE-4E91-9805-144A1BD7EC9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92ADF-1211-4DFD-9CB1-327A1E81B326}">
      <dsp:nvSpPr>
        <dsp:cNvPr id="0" name=""/>
        <dsp:cNvSpPr/>
      </dsp:nvSpPr>
      <dsp:spPr>
        <a:xfrm>
          <a:off x="507050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4AF9F-D004-4615-A1A5-945049889220}">
      <dsp:nvSpPr>
        <dsp:cNvPr id="0" name=""/>
        <dsp:cNvSpPr/>
      </dsp:nvSpPr>
      <dsp:spPr>
        <a:xfrm>
          <a:off x="79955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B1320D-A0C7-432B-9267-8893016C38DE}">
      <dsp:nvSpPr>
        <dsp:cNvPr id="0" name=""/>
        <dsp:cNvSpPr/>
      </dsp:nvSpPr>
      <dsp:spPr>
        <a:xfrm>
          <a:off x="683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Communication between processes</a:t>
          </a:r>
        </a:p>
      </dsp:txBody>
      <dsp:txXfrm>
        <a:off x="68300" y="2707128"/>
        <a:ext cx="2250000" cy="720000"/>
      </dsp:txXfrm>
    </dsp:sp>
    <dsp:sp modelId="{99BBC38F-9B0C-4386-BF08-C4F5FC6F397B}">
      <dsp:nvSpPr>
        <dsp:cNvPr id="0" name=""/>
        <dsp:cNvSpPr/>
      </dsp:nvSpPr>
      <dsp:spPr>
        <a:xfrm>
          <a:off x="3150801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82444-BE69-440E-9E3D-36A6212B2C47}">
      <dsp:nvSpPr>
        <dsp:cNvPr id="0" name=""/>
        <dsp:cNvSpPr/>
      </dsp:nvSpPr>
      <dsp:spPr>
        <a:xfrm>
          <a:off x="344330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57BF3-EB93-4292-A4CB-BCAB7AC5FE77}">
      <dsp:nvSpPr>
        <dsp:cNvPr id="0" name=""/>
        <dsp:cNvSpPr/>
      </dsp:nvSpPr>
      <dsp:spPr>
        <a:xfrm>
          <a:off x="2712051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Ensures data exchange &amp; synchronization</a:t>
          </a:r>
        </a:p>
      </dsp:txBody>
      <dsp:txXfrm>
        <a:off x="2712051" y="2707128"/>
        <a:ext cx="2250000" cy="720000"/>
      </dsp:txXfrm>
    </dsp:sp>
    <dsp:sp modelId="{17A0C077-FECC-489E-8CC2-FDA67AD1D9C7}">
      <dsp:nvSpPr>
        <dsp:cNvPr id="0" name=""/>
        <dsp:cNvSpPr/>
      </dsp:nvSpPr>
      <dsp:spPr>
        <a:xfrm>
          <a:off x="5794550" y="907128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ABCDC-9275-46BA-8BC7-4BE62ADB0149}">
      <dsp:nvSpPr>
        <dsp:cNvPr id="0" name=""/>
        <dsp:cNvSpPr/>
      </dsp:nvSpPr>
      <dsp:spPr>
        <a:xfrm>
          <a:off x="6087050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67B16-23EE-480C-B5DB-932389ED42AE}">
      <dsp:nvSpPr>
        <dsp:cNvPr id="0" name=""/>
        <dsp:cNvSpPr/>
      </dsp:nvSpPr>
      <dsp:spPr>
        <a:xfrm>
          <a:off x="53558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Linux provides: Pipes, FIFOs, Shared Memory, Sockets</a:t>
          </a:r>
        </a:p>
      </dsp:txBody>
      <dsp:txXfrm>
        <a:off x="5355800" y="2707128"/>
        <a:ext cx="22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7F52F-7D21-4CD5-932C-A092CCF6C476}">
      <dsp:nvSpPr>
        <dsp:cNvPr id="0" name=""/>
        <dsp:cNvSpPr/>
      </dsp:nvSpPr>
      <dsp:spPr>
        <a:xfrm>
          <a:off x="0" y="165773"/>
          <a:ext cx="4683949" cy="12647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Shell pipelines are a common way to move data between programs, e.g.:</a:t>
          </a:r>
          <a:br>
            <a:rPr lang="en-US" sz="2300" kern="1200"/>
          </a:br>
          <a:endParaRPr lang="en-US" sz="2300" kern="1200"/>
        </a:p>
      </dsp:txBody>
      <dsp:txXfrm>
        <a:off x="61741" y="227514"/>
        <a:ext cx="4560467" cy="1141288"/>
      </dsp:txXfrm>
    </dsp:sp>
    <dsp:sp modelId="{25D160A7-304B-46F0-950F-D6864B30C875}">
      <dsp:nvSpPr>
        <dsp:cNvPr id="0" name=""/>
        <dsp:cNvSpPr/>
      </dsp:nvSpPr>
      <dsp:spPr>
        <a:xfrm>
          <a:off x="0" y="1496783"/>
          <a:ext cx="4683949" cy="126477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cat filename | grep “search_string”</a:t>
          </a:r>
        </a:p>
      </dsp:txBody>
      <dsp:txXfrm>
        <a:off x="61741" y="1558524"/>
        <a:ext cx="4560467" cy="1141288"/>
      </dsp:txXfrm>
    </dsp:sp>
    <dsp:sp modelId="{CB8219D1-9809-4A59-A9E8-04E97109161B}">
      <dsp:nvSpPr>
        <dsp:cNvPr id="0" name=""/>
        <dsp:cNvSpPr/>
      </dsp:nvSpPr>
      <dsp:spPr>
        <a:xfrm>
          <a:off x="0" y="2827793"/>
          <a:ext cx="4683949" cy="126477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Linux provides pipe() system call to allow direct inter-process communication</a:t>
          </a:r>
        </a:p>
      </dsp:txBody>
      <dsp:txXfrm>
        <a:off x="61741" y="2889534"/>
        <a:ext cx="4560467" cy="1141288"/>
      </dsp:txXfrm>
    </dsp:sp>
    <dsp:sp modelId="{4D281DF8-8D58-4065-A8A5-5C21A34C4BB1}">
      <dsp:nvSpPr>
        <dsp:cNvPr id="0" name=""/>
        <dsp:cNvSpPr/>
      </dsp:nvSpPr>
      <dsp:spPr>
        <a:xfrm>
          <a:off x="0" y="4158803"/>
          <a:ext cx="4683949" cy="126477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Command above relies on shell “pipelines” which do not necessarily use pipe()</a:t>
          </a:r>
        </a:p>
      </dsp:txBody>
      <dsp:txXfrm>
        <a:off x="61741" y="4220544"/>
        <a:ext cx="4560467" cy="11412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64D7D-056F-4570-A92A-AEBA6D444F64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Temporary, parent-child only</a:t>
          </a:r>
        </a:p>
      </dsp:txBody>
      <dsp:txXfrm>
        <a:off x="1045320" y="2124"/>
        <a:ext cx="2868885" cy="1721331"/>
      </dsp:txXfrm>
    </dsp:sp>
    <dsp:sp modelId="{00720D22-0B76-4920-BCF5-2272FF289FE5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Half-duplex, FIFO</a:t>
          </a:r>
        </a:p>
      </dsp:txBody>
      <dsp:txXfrm>
        <a:off x="4201094" y="2124"/>
        <a:ext cx="2868885" cy="1721331"/>
      </dsp:txXfrm>
    </dsp:sp>
    <dsp:sp modelId="{9DE98742-158E-4B12-8B32-BDA708499380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Created with pipe(fd)</a:t>
          </a:r>
        </a:p>
      </dsp:txBody>
      <dsp:txXfrm>
        <a:off x="1045320" y="2010343"/>
        <a:ext cx="2868885" cy="1721331"/>
      </dsp:txXfrm>
    </dsp:sp>
    <dsp:sp modelId="{D9FE9A1E-A66E-433D-A676-F32E11454ADA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Exists only in memory</a:t>
          </a:r>
        </a:p>
      </dsp:txBody>
      <dsp:txXfrm>
        <a:off x="4201094" y="2010343"/>
        <a:ext cx="2868885" cy="17213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FA205-61BF-45B5-9451-800AD0AC92EB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Special file in filesystem</a:t>
          </a:r>
        </a:p>
      </dsp:txBody>
      <dsp:txXfrm>
        <a:off x="1045320" y="2124"/>
        <a:ext cx="2868885" cy="1721331"/>
      </dsp:txXfrm>
    </dsp:sp>
    <dsp:sp modelId="{D15D0B7B-09F7-493F-B706-A9F753AD7CAC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Allows unrelated processes to communicate</a:t>
          </a:r>
        </a:p>
      </dsp:txBody>
      <dsp:txXfrm>
        <a:off x="4201094" y="2124"/>
        <a:ext cx="2868885" cy="1721331"/>
      </dsp:txXfrm>
    </dsp:sp>
    <dsp:sp modelId="{E953658F-8BAB-40E0-BF7C-848FCFB4E92B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Created with mkfifo</a:t>
          </a:r>
        </a:p>
      </dsp:txBody>
      <dsp:txXfrm>
        <a:off x="2623207" y="2010343"/>
        <a:ext cx="2868885" cy="17213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41A4BF-0325-4D47-B874-42D7E92A11DC}">
      <dsp:nvSpPr>
        <dsp:cNvPr id="0" name=""/>
        <dsp:cNvSpPr/>
      </dsp:nvSpPr>
      <dsp:spPr>
        <a:xfrm>
          <a:off x="0" y="0"/>
          <a:ext cx="462994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88F91-0D94-45AF-B1BE-150FF90CBC5D}">
      <dsp:nvSpPr>
        <dsp:cNvPr id="0" name=""/>
        <dsp:cNvSpPr/>
      </dsp:nvSpPr>
      <dsp:spPr>
        <a:xfrm>
          <a:off x="0" y="0"/>
          <a:ext cx="4629947" cy="883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Named Pipes (also called FIFOs)</a:t>
          </a:r>
          <a:r>
            <a:rPr lang="en-US" sz="1900" kern="1200"/>
            <a:t> are a special type of file used for process communication.</a:t>
          </a:r>
        </a:p>
      </dsp:txBody>
      <dsp:txXfrm>
        <a:off x="0" y="0"/>
        <a:ext cx="4629947" cy="883770"/>
      </dsp:txXfrm>
    </dsp:sp>
    <dsp:sp modelId="{5E1BF9B2-5E96-4B1F-BA47-61890D82F7E6}">
      <dsp:nvSpPr>
        <dsp:cNvPr id="0" name=""/>
        <dsp:cNvSpPr/>
      </dsp:nvSpPr>
      <dsp:spPr>
        <a:xfrm>
          <a:off x="0" y="883770"/>
          <a:ext cx="462994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1296C-BB63-4BC4-954D-1D7D5EEFC2E8}">
      <dsp:nvSpPr>
        <dsp:cNvPr id="0" name=""/>
        <dsp:cNvSpPr/>
      </dsp:nvSpPr>
      <dsp:spPr>
        <a:xfrm>
          <a:off x="0" y="883770"/>
          <a:ext cx="4629947" cy="883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Unlike unnamed pipes, </a:t>
          </a:r>
          <a:r>
            <a:rPr lang="en-US" sz="1900" b="1" kern="1200"/>
            <a:t>they have a name in the filesystem</a:t>
          </a:r>
          <a:r>
            <a:rPr lang="en-US" sz="1900" kern="1200"/>
            <a:t>.</a:t>
          </a:r>
        </a:p>
      </dsp:txBody>
      <dsp:txXfrm>
        <a:off x="0" y="883770"/>
        <a:ext cx="4629947" cy="883770"/>
      </dsp:txXfrm>
    </dsp:sp>
    <dsp:sp modelId="{0ACCD221-6B30-4CBB-84DC-BCB6CEB6F67D}">
      <dsp:nvSpPr>
        <dsp:cNvPr id="0" name=""/>
        <dsp:cNvSpPr/>
      </dsp:nvSpPr>
      <dsp:spPr>
        <a:xfrm>
          <a:off x="0" y="1767541"/>
          <a:ext cx="462994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139569-CF7D-4FAF-83C9-398A65B729BF}">
      <dsp:nvSpPr>
        <dsp:cNvPr id="0" name=""/>
        <dsp:cNvSpPr/>
      </dsp:nvSpPr>
      <dsp:spPr>
        <a:xfrm>
          <a:off x="0" y="1767541"/>
          <a:ext cx="4629947" cy="883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Allow </a:t>
          </a:r>
          <a:r>
            <a:rPr lang="en-US" sz="1900" b="1" kern="1200"/>
            <a:t>unrelated processes</a:t>
          </a:r>
          <a:r>
            <a:rPr lang="en-US" sz="1900" kern="1200"/>
            <a:t> (not sharing a parent-child relationship) to communicate.</a:t>
          </a:r>
        </a:p>
      </dsp:txBody>
      <dsp:txXfrm>
        <a:off x="0" y="1767541"/>
        <a:ext cx="4629947" cy="883770"/>
      </dsp:txXfrm>
    </dsp:sp>
    <dsp:sp modelId="{2370538F-8F94-44A6-A4C5-217A897DB9B7}">
      <dsp:nvSpPr>
        <dsp:cNvPr id="0" name=""/>
        <dsp:cNvSpPr/>
      </dsp:nvSpPr>
      <dsp:spPr>
        <a:xfrm>
          <a:off x="0" y="2651312"/>
          <a:ext cx="462994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00928-9795-4001-AAF3-1C8941BD5C66}">
      <dsp:nvSpPr>
        <dsp:cNvPr id="0" name=""/>
        <dsp:cNvSpPr/>
      </dsp:nvSpPr>
      <dsp:spPr>
        <a:xfrm>
          <a:off x="0" y="2651312"/>
          <a:ext cx="4629947" cy="883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is transmitted </a:t>
          </a:r>
          <a:r>
            <a:rPr lang="en-US" sz="1900" b="1" kern="1200"/>
            <a:t>in a first-in, first-out (FIFO)</a:t>
          </a:r>
          <a:r>
            <a:rPr lang="en-US" sz="1900" kern="1200"/>
            <a:t> manner.</a:t>
          </a:r>
        </a:p>
      </dsp:txBody>
      <dsp:txXfrm>
        <a:off x="0" y="2651312"/>
        <a:ext cx="4629947" cy="8837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623C0-D8CC-4E93-B1F5-C4BF3B2E0283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EB9F7-E004-495F-93E0-A3100D6B1742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stdin (0), stdout (1), stderr (2)</a:t>
          </a:r>
        </a:p>
      </dsp:txBody>
      <dsp:txXfrm>
        <a:off x="433546" y="784100"/>
        <a:ext cx="3211056" cy="1993740"/>
      </dsp:txXfrm>
    </dsp:sp>
    <dsp:sp modelId="{C8327855-9419-4640-93BD-9C5A247D193D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1AFCE-4EC6-40D7-875C-D32F4F899AB8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Operators: &gt;, &lt;, &gt;&gt;, 2&gt;, &amp;&gt;</a:t>
          </a:r>
        </a:p>
      </dsp:txBody>
      <dsp:txXfrm>
        <a:off x="4509795" y="784100"/>
        <a:ext cx="3211056" cy="19937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5EC0B-D5AA-482F-B18A-6A27FB7EB240}">
      <dsp:nvSpPr>
        <dsp:cNvPr id="0" name=""/>
        <dsp:cNvSpPr/>
      </dsp:nvSpPr>
      <dsp:spPr>
        <a:xfrm>
          <a:off x="0" y="1117779"/>
          <a:ext cx="6086166" cy="11033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ls &gt; out.txt</a:t>
          </a:r>
        </a:p>
      </dsp:txBody>
      <dsp:txXfrm>
        <a:off x="53859" y="1171638"/>
        <a:ext cx="5978448" cy="995592"/>
      </dsp:txXfrm>
    </dsp:sp>
    <dsp:sp modelId="{BA9EBE61-46AD-47C3-9278-69AC20DAB6C3}">
      <dsp:nvSpPr>
        <dsp:cNvPr id="0" name=""/>
        <dsp:cNvSpPr/>
      </dsp:nvSpPr>
      <dsp:spPr>
        <a:xfrm>
          <a:off x="0" y="2353569"/>
          <a:ext cx="6086166" cy="110331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sort &lt; input.txt</a:t>
          </a:r>
        </a:p>
      </dsp:txBody>
      <dsp:txXfrm>
        <a:off x="53859" y="2407428"/>
        <a:ext cx="5978448" cy="995592"/>
      </dsp:txXfrm>
    </dsp:sp>
    <dsp:sp modelId="{40E5923D-C44C-4AFB-B834-558F4092E490}">
      <dsp:nvSpPr>
        <dsp:cNvPr id="0" name=""/>
        <dsp:cNvSpPr/>
      </dsp:nvSpPr>
      <dsp:spPr>
        <a:xfrm>
          <a:off x="0" y="3589359"/>
          <a:ext cx="6086166" cy="1127097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 dirty="0"/>
            <a:t>ls | grep ".c" &gt; cfiles.txt</a:t>
          </a:r>
        </a:p>
      </dsp:txBody>
      <dsp:txXfrm>
        <a:off x="55020" y="3644379"/>
        <a:ext cx="5976126" cy="10170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3E30A6-6FF4-4365-80CE-920DEFF6DB43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155C0-22DE-46D9-B14C-B6022D72FDBB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Pipe: process → process</a:t>
          </a:r>
        </a:p>
      </dsp:txBody>
      <dsp:txXfrm>
        <a:off x="433546" y="784100"/>
        <a:ext cx="3211056" cy="1993740"/>
      </dsp:txXfrm>
    </dsp:sp>
    <dsp:sp modelId="{2B937766-87D2-4D53-B490-691E4718249F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87C4D-9636-4911-B83F-7C860B9D2711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Redirection: process → file</a:t>
          </a:r>
        </a:p>
      </dsp:txBody>
      <dsp:txXfrm>
        <a:off x="4509795" y="784100"/>
        <a:ext cx="3211056" cy="19937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D24F5-228D-4433-808D-2D3655946863}">
      <dsp:nvSpPr>
        <dsp:cNvPr id="0" name=""/>
        <dsp:cNvSpPr/>
      </dsp:nvSpPr>
      <dsp:spPr>
        <a:xfrm>
          <a:off x="4950" y="31501"/>
          <a:ext cx="1317282" cy="1297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DCE80B-6611-4053-9C39-F1A1AC706167}">
      <dsp:nvSpPr>
        <dsp:cNvPr id="0" name=""/>
        <dsp:cNvSpPr/>
      </dsp:nvSpPr>
      <dsp:spPr>
        <a:xfrm>
          <a:off x="4950" y="1506571"/>
          <a:ext cx="3763664" cy="55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File descriptor table</a:t>
          </a:r>
        </a:p>
      </dsp:txBody>
      <dsp:txXfrm>
        <a:off x="4950" y="1506571"/>
        <a:ext cx="3763664" cy="556066"/>
      </dsp:txXfrm>
    </dsp:sp>
    <dsp:sp modelId="{D31697DA-5174-4EDC-BD99-517270A45C5A}">
      <dsp:nvSpPr>
        <dsp:cNvPr id="0" name=""/>
        <dsp:cNvSpPr/>
      </dsp:nvSpPr>
      <dsp:spPr>
        <a:xfrm>
          <a:off x="4950" y="2145234"/>
          <a:ext cx="3763664" cy="2016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Each process has a table.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nonnegative integer used to identify an entry in the open file table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table size is limited, which limits the number of files that can be opened in a process </a:t>
          </a:r>
        </a:p>
      </dsp:txBody>
      <dsp:txXfrm>
        <a:off x="4950" y="2145234"/>
        <a:ext cx="3763664" cy="2016069"/>
      </dsp:txXfrm>
    </dsp:sp>
    <dsp:sp modelId="{C380A6A6-D26A-4CC2-BCF3-62E4C4622088}">
      <dsp:nvSpPr>
        <dsp:cNvPr id="0" name=""/>
        <dsp:cNvSpPr/>
      </dsp:nvSpPr>
      <dsp:spPr>
        <a:xfrm>
          <a:off x="4427256" y="31501"/>
          <a:ext cx="1317282" cy="1297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8BA52-38B9-4F0B-8745-F611C9C6DA55}">
      <dsp:nvSpPr>
        <dsp:cNvPr id="0" name=""/>
        <dsp:cNvSpPr/>
      </dsp:nvSpPr>
      <dsp:spPr>
        <a:xfrm>
          <a:off x="4427256" y="1506571"/>
          <a:ext cx="3763664" cy="556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 dirty="0"/>
            <a:t>Open file table(System)</a:t>
          </a:r>
        </a:p>
      </dsp:txBody>
      <dsp:txXfrm>
        <a:off x="4427256" y="1506571"/>
        <a:ext cx="3763664" cy="556066"/>
      </dsp:txXfrm>
    </dsp:sp>
    <dsp:sp modelId="{632215B5-65A7-40A9-85EC-9D6115975670}">
      <dsp:nvSpPr>
        <dsp:cNvPr id="0" name=""/>
        <dsp:cNvSpPr/>
      </dsp:nvSpPr>
      <dsp:spPr>
        <a:xfrm>
          <a:off x="4427256" y="2145234"/>
          <a:ext cx="3763664" cy="2016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whole system shares the table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entries are called open file descriptions, which are records of how files are currently accessed.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File offset: the byte position in the open file description that decides where to access the file through the open file description.</a:t>
          </a:r>
        </a:p>
      </dsp:txBody>
      <dsp:txXfrm>
        <a:off x="4427256" y="2145234"/>
        <a:ext cx="3763664" cy="20160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31A9F-EFFD-482B-A8F2-BE86D8C3BD10}">
      <dsp:nvSpPr>
        <dsp:cNvPr id="0" name=""/>
        <dsp:cNvSpPr/>
      </dsp:nvSpPr>
      <dsp:spPr>
        <a:xfrm>
          <a:off x="478664" y="322450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AA155-04C1-4635-BA54-1455D67E79E3}">
      <dsp:nvSpPr>
        <dsp:cNvPr id="0" name=""/>
        <dsp:cNvSpPr/>
      </dsp:nvSpPr>
      <dsp:spPr>
        <a:xfrm>
          <a:off x="778477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A8E92-1C20-480A-BB61-36835AAF2AF8}">
      <dsp:nvSpPr>
        <dsp:cNvPr id="0" name=""/>
        <dsp:cNvSpPr/>
      </dsp:nvSpPr>
      <dsp:spPr>
        <a:xfrm>
          <a:off x="28946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Unnamed pipes → temporary IPC</a:t>
          </a:r>
        </a:p>
      </dsp:txBody>
      <dsp:txXfrm>
        <a:off x="28946" y="2167451"/>
        <a:ext cx="2306250" cy="720000"/>
      </dsp:txXfrm>
    </dsp:sp>
    <dsp:sp modelId="{A8C799DD-4176-4B62-8801-974538099679}">
      <dsp:nvSpPr>
        <dsp:cNvPr id="0" name=""/>
        <dsp:cNvSpPr/>
      </dsp:nvSpPr>
      <dsp:spPr>
        <a:xfrm>
          <a:off x="3188508" y="322450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8A71C6-EF60-42F6-905A-B035F025BA97}">
      <dsp:nvSpPr>
        <dsp:cNvPr id="0" name=""/>
        <dsp:cNvSpPr/>
      </dsp:nvSpPr>
      <dsp:spPr>
        <a:xfrm>
          <a:off x="3488321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F606A-B981-48AA-B43A-1793DB6FBC4A}">
      <dsp:nvSpPr>
        <dsp:cNvPr id="0" name=""/>
        <dsp:cNvSpPr/>
      </dsp:nvSpPr>
      <dsp:spPr>
        <a:xfrm>
          <a:off x="2738790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Named pipes → persistent IPC via filesystem</a:t>
          </a:r>
        </a:p>
      </dsp:txBody>
      <dsp:txXfrm>
        <a:off x="2738790" y="2167451"/>
        <a:ext cx="2306250" cy="720000"/>
      </dsp:txXfrm>
    </dsp:sp>
    <dsp:sp modelId="{259D4E51-571C-4D05-BED9-B8032282BCF0}">
      <dsp:nvSpPr>
        <dsp:cNvPr id="0" name=""/>
        <dsp:cNvSpPr/>
      </dsp:nvSpPr>
      <dsp:spPr>
        <a:xfrm>
          <a:off x="5898352" y="322450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4081D-8DBB-496F-8C55-8F4991060028}">
      <dsp:nvSpPr>
        <dsp:cNvPr id="0" name=""/>
        <dsp:cNvSpPr/>
      </dsp:nvSpPr>
      <dsp:spPr>
        <a:xfrm>
          <a:off x="6198164" y="622263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8ADFD4-3DFE-4E91-9805-144A1BD7EC9F}">
      <dsp:nvSpPr>
        <dsp:cNvPr id="0" name=""/>
        <dsp:cNvSpPr/>
      </dsp:nvSpPr>
      <dsp:spPr>
        <a:xfrm>
          <a:off x="5448633" y="2167451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Redirection → file-process connection</a:t>
          </a:r>
        </a:p>
      </dsp:txBody>
      <dsp:txXfrm>
        <a:off x="5448633" y="2167451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905EA-525A-403A-B64C-5C10D061B15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A7483-0CC2-424B-92B5-A4FB41FF1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50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fld id="{944B781F-3205-4F15-A3B4-9D80A5BB9299}" type="slidenum">
              <a:rPr lang="en-US" altLang="en-US" sz="1200" smtClean="0"/>
              <a:pPr eaLnBrk="1" hangingPunct="1"/>
              <a:t>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652D78-D515-4754-A299-0F393EB86B5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59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fld id="{4467FB99-251A-4069-BD53-2F023D89037D}" type="slidenum">
              <a:rPr lang="en-US" altLang="en-US" sz="1200" smtClean="0"/>
              <a:pPr eaLnBrk="1" hangingPunct="1"/>
              <a:t>16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652D78-D515-4754-A299-0F393EB86B5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79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fld id="{3B4BD3BC-F108-4137-8EEE-13881D487647}" type="slidenum">
              <a:rPr lang="en-US" altLang="en-US" sz="1200" smtClean="0"/>
              <a:pPr eaLnBrk="1" hangingPunct="1"/>
              <a:t>18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fld id="{A45CA1F7-98E6-4CF9-A504-81ADDE350A2C}" type="slidenum">
              <a:rPr lang="en-US" altLang="en-US" sz="1200" smtClean="0"/>
              <a:pPr eaLnBrk="1" hangingPunct="1"/>
              <a:t>19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Interprocess Communication in Linux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/>
              <a:t>Unnamed Pipes, Named Pipes (FIFOs), and Redirection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US" sz="3500"/>
              <a:t>What is IPC?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EBF9EF-9113-1F83-191D-5D9DEB59A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29500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1A9C5-5393-DD5A-9A50-42A15A7A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Pipes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015BD1A-4EA5-A11D-06A4-F0719E8AC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327770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041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Unnamed Pipes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301C79-2B39-B35F-D73D-B9FC4ECFBE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02373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EEFA-5F6D-F29B-F94B-B0636875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Linux 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E011C-58ED-A0F5-AA9B-7119EC2CA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Linux </a:t>
            </a:r>
            <a:r>
              <a:rPr lang="en-US" dirty="0">
                <a:latin typeface="Consolas"/>
                <a:cs typeface="Consolas"/>
              </a:rPr>
              <a:t>pipe()</a:t>
            </a:r>
            <a:r>
              <a:rPr lang="en-US" dirty="0"/>
              <a:t> system call:</a:t>
            </a:r>
          </a:p>
          <a:p>
            <a:r>
              <a:rPr lang="en-US" dirty="0"/>
              <a:t>Allows </a:t>
            </a:r>
            <a:r>
              <a:rPr lang="en-US" i="1" dirty="0"/>
              <a:t>anonymous </a:t>
            </a:r>
            <a:r>
              <a:rPr lang="en-US" dirty="0"/>
              <a:t>(un-</a:t>
            </a:r>
            <a:br>
              <a:rPr lang="en-US" dirty="0"/>
            </a:br>
            <a:r>
              <a:rPr lang="en-US" dirty="0"/>
              <a:t>named) communication</a:t>
            </a:r>
          </a:p>
          <a:p>
            <a:r>
              <a:rPr lang="en-US" dirty="0"/>
              <a:t>Is unidirectional</a:t>
            </a:r>
          </a:p>
          <a:p>
            <a:r>
              <a:rPr lang="en-US" dirty="0"/>
              <a:t>Produces / consumes</a:t>
            </a:r>
            <a:br>
              <a:rPr lang="en-US" dirty="0"/>
            </a:br>
            <a:r>
              <a:rPr lang="en-US" dirty="0"/>
              <a:t>data through file </a:t>
            </a:r>
            <a:r>
              <a:rPr lang="en-US" dirty="0" err="1"/>
              <a:t>syscalls</a:t>
            </a:r>
            <a:br>
              <a:rPr lang="en-US" dirty="0"/>
            </a:br>
            <a:r>
              <a:rPr lang="en-US" dirty="0">
                <a:latin typeface="Consolas"/>
                <a:cs typeface="Consolas"/>
              </a:rPr>
              <a:t>write()</a:t>
            </a:r>
            <a:r>
              <a:rPr lang="en-US" dirty="0"/>
              <a:t> and </a:t>
            </a:r>
            <a:r>
              <a:rPr lang="en-US" dirty="0">
                <a:latin typeface="Consolas"/>
                <a:cs typeface="Consolas"/>
              </a:rPr>
              <a:t>read()</a:t>
            </a:r>
            <a:endParaRPr lang="en-US" dirty="0">
              <a:latin typeface="Verdana"/>
              <a:cs typeface="Verdana"/>
            </a:endParaRPr>
          </a:p>
          <a:p>
            <a:r>
              <a:rPr lang="en-US" dirty="0">
                <a:latin typeface="Verdana"/>
                <a:cs typeface="Verdana"/>
              </a:rPr>
              <a:t>Data stored in kernel </a:t>
            </a:r>
            <a:br>
              <a:rPr lang="en-US" dirty="0">
                <a:latin typeface="Verdana"/>
                <a:cs typeface="Verdana"/>
              </a:rPr>
            </a:br>
            <a:r>
              <a:rPr lang="en-US" dirty="0">
                <a:latin typeface="Verdana"/>
                <a:cs typeface="Verdana"/>
              </a:rPr>
              <a:t>via </a:t>
            </a:r>
            <a:r>
              <a:rPr lang="en-US" i="1" dirty="0" err="1">
                <a:latin typeface="Verdana"/>
                <a:cs typeface="Verdana"/>
              </a:rPr>
              <a:t>pipefs</a:t>
            </a:r>
            <a:r>
              <a:rPr lang="en-US" dirty="0">
                <a:latin typeface="Verdana"/>
                <a:cs typeface="Verdana"/>
              </a:rPr>
              <a:t> in virtual filesystem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5DADF-8E05-E3CA-E72B-E911341EC7DC}"/>
              </a:ext>
            </a:extLst>
          </p:cNvPr>
          <p:cNvSpPr/>
          <p:nvPr/>
        </p:nvSpPr>
        <p:spPr>
          <a:xfrm>
            <a:off x="6477000" y="16764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88A36-3A7A-66CC-E734-76EA0E1E0D56}"/>
              </a:ext>
            </a:extLst>
          </p:cNvPr>
          <p:cNvSpPr/>
          <p:nvPr/>
        </p:nvSpPr>
        <p:spPr>
          <a:xfrm>
            <a:off x="6477000" y="4724400"/>
            <a:ext cx="1219200" cy="457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73B405-DBFE-365A-B093-0FB4637751C5}"/>
              </a:ext>
            </a:extLst>
          </p:cNvPr>
          <p:cNvSpPr/>
          <p:nvPr/>
        </p:nvSpPr>
        <p:spPr>
          <a:xfrm>
            <a:off x="6477000" y="27432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FD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6786B-316C-6E6D-6990-3429E33297E3}"/>
              </a:ext>
            </a:extLst>
          </p:cNvPr>
          <p:cNvSpPr/>
          <p:nvPr/>
        </p:nvSpPr>
        <p:spPr>
          <a:xfrm>
            <a:off x="6477000" y="32004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 Imp.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D94EB1-62E8-9879-FBE4-EC0F6807BD1C}"/>
              </a:ext>
            </a:extLst>
          </p:cNvPr>
          <p:cNvSpPr/>
          <p:nvPr/>
        </p:nvSpPr>
        <p:spPr>
          <a:xfrm>
            <a:off x="6477000" y="36576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FD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448531-D5E8-91FE-5D04-07BF71AF0F9C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7086600" y="2133600"/>
            <a:ext cx="0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FDFA60-E119-18D0-8238-3A1D5D15FC65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7086600" y="4114800"/>
            <a:ext cx="0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The </a:t>
            </a:r>
            <a:r>
              <a:rPr lang="en-US" altLang="en-US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pipe</a:t>
            </a:r>
            <a:r>
              <a:rPr lang="en-US" altLang="en-US"/>
              <a:t> System Call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800600"/>
          </a:xfrm>
        </p:spPr>
        <p:txBody>
          <a:bodyPr/>
          <a:lstStyle/>
          <a:p>
            <a:pPr eaLnBrk="1" hangingPunct="1"/>
            <a:r>
              <a:rPr lang="en-US" altLang="en-US" dirty="0"/>
              <a:t>Syntax: </a:t>
            </a:r>
            <a:r>
              <a:rPr lang="en-US" altLang="en-US" dirty="0" err="1"/>
              <a:t>int</a:t>
            </a:r>
            <a:r>
              <a:rPr lang="en-US" altLang="en-US" dirty="0"/>
              <a:t> pipe(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fds</a:t>
            </a:r>
            <a:r>
              <a:rPr lang="en-US" altLang="en-US" dirty="0"/>
              <a:t>[2])</a:t>
            </a:r>
          </a:p>
          <a:p>
            <a:pPr eaLnBrk="1" hangingPunct="1"/>
            <a:r>
              <a:rPr lang="en-US" altLang="en-US" dirty="0"/>
              <a:t>Semantic </a:t>
            </a:r>
          </a:p>
          <a:p>
            <a:pPr lvl="1" eaLnBrk="1" hangingPunct="1">
              <a:buFontTx/>
              <a:buNone/>
            </a:pPr>
            <a:r>
              <a:rPr lang="en-US" altLang="en-US" sz="1600" dirty="0"/>
              <a:t>creates a pipe and returns two file descriptors </a:t>
            </a:r>
            <a:r>
              <a:rPr lang="en-US" altLang="en-US" sz="1600" dirty="0" err="1"/>
              <a:t>fds</a:t>
            </a:r>
            <a:r>
              <a:rPr lang="en-US" altLang="en-US" sz="1600" dirty="0"/>
              <a:t>[0] and </a:t>
            </a:r>
            <a:r>
              <a:rPr lang="en-US" altLang="en-US" sz="1600" dirty="0" err="1"/>
              <a:t>fds</a:t>
            </a:r>
            <a:r>
              <a:rPr lang="en-US" altLang="en-US" sz="1600" dirty="0"/>
              <a:t>[1]</a:t>
            </a:r>
          </a:p>
          <a:p>
            <a:pPr lvl="1" eaLnBrk="1" hangingPunct="1">
              <a:buFontTx/>
              <a:buNone/>
            </a:pPr>
            <a:r>
              <a:rPr lang="en-US" altLang="en-US" sz="1600" dirty="0">
                <a:solidFill>
                  <a:srgbClr val="993300"/>
                </a:solidFill>
              </a:rPr>
              <a:t>a read from </a:t>
            </a:r>
            <a:r>
              <a:rPr lang="en-US" altLang="en-US" sz="1600" dirty="0" err="1">
                <a:solidFill>
                  <a:srgbClr val="993300"/>
                </a:solidFill>
              </a:rPr>
              <a:t>fds</a:t>
            </a:r>
            <a:r>
              <a:rPr lang="en-US" altLang="en-US" sz="1600" dirty="0">
                <a:solidFill>
                  <a:srgbClr val="993300"/>
                </a:solidFill>
              </a:rPr>
              <a:t>[0] accesses the data written to </a:t>
            </a:r>
            <a:r>
              <a:rPr lang="en-US" altLang="en-US" sz="1600" dirty="0" err="1">
                <a:solidFill>
                  <a:srgbClr val="993300"/>
                </a:solidFill>
              </a:rPr>
              <a:t>fds</a:t>
            </a:r>
            <a:r>
              <a:rPr lang="en-US" altLang="en-US" sz="1600" dirty="0">
                <a:solidFill>
                  <a:srgbClr val="993300"/>
                </a:solidFill>
              </a:rPr>
              <a:t>[1]</a:t>
            </a:r>
            <a:r>
              <a:rPr lang="en-US" altLang="en-US" sz="1600" dirty="0"/>
              <a:t> (half-duplex, POSIX) and a read from </a:t>
            </a:r>
            <a:r>
              <a:rPr lang="en-US" altLang="en-US" sz="1600" dirty="0" err="1"/>
              <a:t>fds</a:t>
            </a:r>
            <a:r>
              <a:rPr lang="en-US" altLang="en-US" sz="1600" dirty="0"/>
              <a:t>[1] accesses the data written to </a:t>
            </a:r>
            <a:r>
              <a:rPr lang="en-US" altLang="en-US" sz="1600" dirty="0" err="1"/>
              <a:t>fds</a:t>
            </a:r>
            <a:r>
              <a:rPr lang="en-US" altLang="en-US" sz="1600" dirty="0"/>
              <a:t>[0] (full-duplex, non-standard, POSIX.1 allows).</a:t>
            </a:r>
          </a:p>
          <a:p>
            <a:pPr lvl="1" eaLnBrk="1" hangingPunct="1">
              <a:buFontTx/>
              <a:buNone/>
            </a:pPr>
            <a:r>
              <a:rPr lang="en-US" altLang="en-US" sz="1600" dirty="0"/>
              <a:t>pipe has limited size (64K in some systems) – write will block when pipe is full</a:t>
            </a:r>
          </a:p>
          <a:p>
            <a:pPr lvl="1" eaLnBrk="1" hangingPunct="1">
              <a:buFontTx/>
              <a:buNone/>
            </a:pPr>
            <a:r>
              <a:rPr lang="en-US" altLang="en-US" sz="1600" dirty="0"/>
              <a:t>Write to pipe with no reader (read end closed): broken pipe error </a:t>
            </a:r>
          </a:p>
          <a:p>
            <a:pPr lvl="1" eaLnBrk="1" hangingPunct="1">
              <a:buFontTx/>
              <a:buNone/>
            </a:pPr>
            <a:r>
              <a:rPr lang="en-US" altLang="en-US" sz="1600" dirty="0"/>
              <a:t>Read from a pipe with no writer (write end closed): end of file</a:t>
            </a:r>
          </a:p>
          <a:p>
            <a:pPr lvl="1" eaLnBrk="1" hangingPunct="1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man –s 2 pipe and man –s 7 pipe </a:t>
            </a:r>
            <a:r>
              <a:rPr lang="en-US" altLang="en-US" sz="1600" dirty="0">
                <a:cs typeface="Courier New" pitchFamily="49" charset="0"/>
              </a:rPr>
              <a:t>for more information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D8FFF7-C2F9-4369-879E-8C24E1984F2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864678"/>
            <a:ext cx="4343400" cy="1771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 between Parent and Child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Half-duplex pipe after fork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Pipe from parent to child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88E2A7-3412-4267-B4E1-C0896AA1795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478087"/>
            <a:ext cx="3048000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444749"/>
            <a:ext cx="3116548" cy="193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021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Unnamed Pipe Example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int fd[2];</a:t>
            </a:r>
          </a:p>
          <a:p>
            <a:pPr>
              <a:lnSpc>
                <a:spcPct val="90000"/>
              </a:lnSpc>
            </a:pPr>
            <a:r>
              <a:rPr lang="en-US" sz="3000"/>
              <a:t>pipe(fd);</a:t>
            </a:r>
          </a:p>
          <a:p>
            <a:pPr>
              <a:lnSpc>
                <a:spcPct val="90000"/>
              </a:lnSpc>
            </a:pPr>
            <a:r>
              <a:rPr lang="en-US" sz="3000"/>
              <a:t>if(fork()==0){</a:t>
            </a:r>
          </a:p>
          <a:p>
            <a:pPr>
              <a:lnSpc>
                <a:spcPct val="90000"/>
              </a:lnSpc>
            </a:pPr>
            <a:r>
              <a:rPr lang="en-US" sz="3000"/>
              <a:t>   close(fd[0]);</a:t>
            </a:r>
          </a:p>
          <a:p>
            <a:pPr>
              <a:lnSpc>
                <a:spcPct val="90000"/>
              </a:lnSpc>
            </a:pPr>
            <a:r>
              <a:rPr lang="en-US" sz="3000"/>
              <a:t>   write(fd[1],"Hello",5);</a:t>
            </a:r>
          </a:p>
          <a:p>
            <a:pPr>
              <a:lnSpc>
                <a:spcPct val="90000"/>
              </a:lnSpc>
            </a:pPr>
            <a:r>
              <a:rPr lang="en-US" sz="3000"/>
              <a:t>}else{</a:t>
            </a:r>
          </a:p>
          <a:p>
            <a:pPr>
              <a:lnSpc>
                <a:spcPct val="90000"/>
              </a:lnSpc>
            </a:pPr>
            <a:r>
              <a:rPr lang="en-US" sz="3000"/>
              <a:t>   close(fd[1]);</a:t>
            </a:r>
          </a:p>
          <a:p>
            <a:pPr>
              <a:lnSpc>
                <a:spcPct val="90000"/>
              </a:lnSpc>
            </a:pPr>
            <a:r>
              <a:rPr lang="en-US" sz="3000"/>
              <a:t>   char buf[10];</a:t>
            </a:r>
          </a:p>
          <a:p>
            <a:pPr>
              <a:lnSpc>
                <a:spcPct val="90000"/>
              </a:lnSpc>
            </a:pPr>
            <a:r>
              <a:rPr lang="en-US" sz="3000"/>
              <a:t>   read(fd[0],buf,10);</a:t>
            </a:r>
          </a:p>
          <a:p>
            <a:pPr>
              <a:lnSpc>
                <a:spcPct val="90000"/>
              </a:lnSpc>
            </a:pPr>
            <a:r>
              <a:rPr lang="en-US" sz="3000"/>
              <a:t>   printf("%s\n",buf);</a:t>
            </a:r>
          </a:p>
          <a:p>
            <a:pPr>
              <a:lnSpc>
                <a:spcPct val="90000"/>
              </a:lnSpc>
            </a:pPr>
            <a:r>
              <a:rPr lang="en-US" sz="300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Named Pipes (FIFOs)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E22363-CD37-D47E-A5D9-25C6AC2B38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188083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66D7F65-E9B6-4775-8355-D095CC73C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F6D2B-45B2-50E2-F6D7-2A2C1845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1"/>
            <a:ext cx="4629946" cy="1655483"/>
          </a:xfrm>
        </p:spPr>
        <p:txBody>
          <a:bodyPr anchor="b">
            <a:normAutofit/>
          </a:bodyPr>
          <a:lstStyle/>
          <a:p>
            <a:r>
              <a:rPr lang="en-US" sz="3500"/>
              <a:t>Named Pipes (FIFOs)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E433CC-247A-3011-C66E-2169975CD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095" r="20846" b="1"/>
          <a:stretch>
            <a:fillRect/>
          </a:stretch>
        </p:blipFill>
        <p:spPr>
          <a:xfrm>
            <a:off x="6086475" y="-12515"/>
            <a:ext cx="3057525" cy="641863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839DAC03-398C-2B58-6A29-DE7617E96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681885"/>
              </p:ext>
            </p:extLst>
          </p:nvPr>
        </p:nvGraphicFramePr>
        <p:xfrm>
          <a:off x="852297" y="2408518"/>
          <a:ext cx="4629947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626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D395F4-0E83-C506-8DAA-B52A2B4AD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Named Pipes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9544-4469-9F6F-BD0B-E3F5FEC1C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Exist as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special files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(type: 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p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 when listed with 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ls -l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en-US" altLang="en-US" sz="2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half-duplex communication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(data flows one way).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is buffered in kernel memory.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Can exist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until deleted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unlike unnamed pipes that disappear when processes exit.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Access permissions and ownership are managed by the </a:t>
            </a:r>
            <a:r>
              <a:rPr kumimoji="0" lang="en-US" altLang="en-US" sz="2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file system</a:t>
            </a:r>
            <a:r>
              <a:rPr kumimoji="0" lang="en-US" altLang="en-US" sz="2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368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Redirection Basics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0BEDE4-D9F7-3470-4E38-F07177BAF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70521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2505-0AB4-1339-FAAD-C23EAE8E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and FIFO </a:t>
            </a:r>
            <a:r>
              <a:rPr lang="en-US" dirty="0" err="1"/>
              <a:t>paradiagms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B4F266-E19F-A3E0-DEDD-9E52664C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Linux pipes and FIFOs are useful to implement key design patterns and idioms:</a:t>
            </a: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dirty="0"/>
              <a:t>Producer / Consumer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Client / Server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Active Object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E4234-6671-1E8D-E9F1-E68608D18B67}"/>
              </a:ext>
            </a:extLst>
          </p:cNvPr>
          <p:cNvSpPr/>
          <p:nvPr/>
        </p:nvSpPr>
        <p:spPr>
          <a:xfrm>
            <a:off x="4495800" y="26670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8DAB8E-61F6-1A1F-0DB7-70F2BE76391F}"/>
              </a:ext>
            </a:extLst>
          </p:cNvPr>
          <p:cNvSpPr/>
          <p:nvPr/>
        </p:nvSpPr>
        <p:spPr>
          <a:xfrm>
            <a:off x="7696200" y="2667000"/>
            <a:ext cx="1219200" cy="457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332FDB-C18D-849B-D9C8-1E241874A873}"/>
              </a:ext>
            </a:extLst>
          </p:cNvPr>
          <p:cNvSpPr/>
          <p:nvPr/>
        </p:nvSpPr>
        <p:spPr>
          <a:xfrm>
            <a:off x="6096000" y="26670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7026BE-E56A-9AA6-545D-D0E94BCEA378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5715000" y="2895600"/>
            <a:ext cx="3810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229912-AF5A-4C3C-44D1-34EB54F0C50D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7315200" y="2895600"/>
            <a:ext cx="3810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893337F-781D-75B0-8EE8-0FCBEAAB25DB}"/>
              </a:ext>
            </a:extLst>
          </p:cNvPr>
          <p:cNvSpPr/>
          <p:nvPr/>
        </p:nvSpPr>
        <p:spPr>
          <a:xfrm>
            <a:off x="4495800" y="40386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61EAA8-639F-5914-DF21-DB9E86370314}"/>
              </a:ext>
            </a:extLst>
          </p:cNvPr>
          <p:cNvSpPr/>
          <p:nvPr/>
        </p:nvSpPr>
        <p:spPr>
          <a:xfrm>
            <a:off x="7696200" y="4038600"/>
            <a:ext cx="1219200" cy="457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EA191-AC71-F28E-8BE4-EF2C74577BC8}"/>
              </a:ext>
            </a:extLst>
          </p:cNvPr>
          <p:cNvSpPr/>
          <p:nvPr/>
        </p:nvSpPr>
        <p:spPr>
          <a:xfrm>
            <a:off x="6096000" y="40386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FIFO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0D3533-26AA-5F58-D43C-F2F5813CAEF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5715000" y="4267200"/>
            <a:ext cx="3810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C38AA8-DFD9-FBA9-5A5A-AD9C788E00A2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315200" y="4267200"/>
            <a:ext cx="3810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164F9-9C7B-183D-FAAE-A10B4473348B}"/>
              </a:ext>
            </a:extLst>
          </p:cNvPr>
          <p:cNvSpPr/>
          <p:nvPr/>
        </p:nvSpPr>
        <p:spPr>
          <a:xfrm>
            <a:off x="4495800" y="35052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EC143E-84F8-0D78-9FE7-5F5BA3E1A70A}"/>
              </a:ext>
            </a:extLst>
          </p:cNvPr>
          <p:cNvSpPr/>
          <p:nvPr/>
        </p:nvSpPr>
        <p:spPr>
          <a:xfrm>
            <a:off x="4495800" y="45720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0859D7-7574-239B-7779-0C06D8096894}"/>
              </a:ext>
            </a:extLst>
          </p:cNvPr>
          <p:cNvCxnSpPr>
            <a:stCxn id="15" idx="3"/>
          </p:cNvCxnSpPr>
          <p:nvPr/>
        </p:nvCxnSpPr>
        <p:spPr>
          <a:xfrm>
            <a:off x="5715000" y="3733800"/>
            <a:ext cx="38100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11A732-DCFC-50FC-4221-445A4BBAACDE}"/>
              </a:ext>
            </a:extLst>
          </p:cNvPr>
          <p:cNvCxnSpPr>
            <a:stCxn id="16" idx="3"/>
          </p:cNvCxnSpPr>
          <p:nvPr/>
        </p:nvCxnSpPr>
        <p:spPr>
          <a:xfrm flipV="1">
            <a:off x="5715000" y="4495800"/>
            <a:ext cx="38100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5A23A-AAF3-9E8C-3215-F8614A1DDE30}"/>
              </a:ext>
            </a:extLst>
          </p:cNvPr>
          <p:cNvSpPr/>
          <p:nvPr/>
        </p:nvSpPr>
        <p:spPr>
          <a:xfrm>
            <a:off x="4495800" y="5410200"/>
            <a:ext cx="1219200" cy="4572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F3BBEE-EDF1-B281-8CB0-8D3CECFF1814}"/>
              </a:ext>
            </a:extLst>
          </p:cNvPr>
          <p:cNvSpPr/>
          <p:nvPr/>
        </p:nvSpPr>
        <p:spPr>
          <a:xfrm>
            <a:off x="7696200" y="5410200"/>
            <a:ext cx="1219200" cy="457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Process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C5A4C3-343D-58AF-ACC9-02DDA27213E5}"/>
              </a:ext>
            </a:extLst>
          </p:cNvPr>
          <p:cNvSpPr/>
          <p:nvPr/>
        </p:nvSpPr>
        <p:spPr>
          <a:xfrm>
            <a:off x="6096000" y="56388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7FA43A-CC61-9D27-425B-64564C1A5C97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>
            <a:off x="5715000" y="5638800"/>
            <a:ext cx="38100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64B85E-D00B-F8E0-FD9E-B375C0984019}"/>
              </a:ext>
            </a:extLst>
          </p:cNvPr>
          <p:cNvCxnSpPr>
            <a:stCxn id="21" idx="3"/>
            <a:endCxn id="20" idx="1"/>
          </p:cNvCxnSpPr>
          <p:nvPr/>
        </p:nvCxnSpPr>
        <p:spPr>
          <a:xfrm flipV="1">
            <a:off x="7315200" y="5638800"/>
            <a:ext cx="381000" cy="2286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AF4868-43FF-083A-96F4-8078DA03B6B2}"/>
              </a:ext>
            </a:extLst>
          </p:cNvPr>
          <p:cNvSpPr/>
          <p:nvPr/>
        </p:nvSpPr>
        <p:spPr>
          <a:xfrm>
            <a:off x="6096000" y="5105400"/>
            <a:ext cx="1219200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Pipe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867CC72-BA9E-B4EA-60A1-BA393165570B}"/>
              </a:ext>
            </a:extLst>
          </p:cNvPr>
          <p:cNvCxnSpPr>
            <a:stCxn id="24" idx="1"/>
            <a:endCxn id="19" idx="3"/>
          </p:cNvCxnSpPr>
          <p:nvPr/>
        </p:nvCxnSpPr>
        <p:spPr>
          <a:xfrm flipH="1">
            <a:off x="5715000" y="5334000"/>
            <a:ext cx="381000" cy="304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661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dirty="0"/>
              <a:t>Redirection Examples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CCEB62-9843-3CFD-ECDC-AD3023ED2D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7300199"/>
              </p:ext>
            </p:extLst>
          </p:nvPr>
        </p:nvGraphicFramePr>
        <p:xfrm>
          <a:off x="2880852" y="825910"/>
          <a:ext cx="6086166" cy="5834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Pipes vs Redirection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ABD75C-E5F2-13DF-3119-C475FF9AE0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266738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alt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Structures for Open Files</a:t>
            </a:r>
          </a:p>
        </p:txBody>
      </p:sp>
      <p:pic>
        <p:nvPicPr>
          <p:cNvPr id="3075" name="Picture 1027" descr="Z:\a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2987" y="929571"/>
            <a:ext cx="5085525" cy="499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75638" y="6356350"/>
            <a:ext cx="38576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65A9C102-1B2D-48BF-8AE3-8358B14CAF49}" type="slidenum">
              <a:rPr lang="en-US">
                <a:solidFill>
                  <a:schemeClr val="tx1">
                    <a:alpha val="80000"/>
                  </a:schemeClr>
                </a:solidFill>
              </a:rPr>
              <a:pPr defTabSz="914400">
                <a:spcAft>
                  <a:spcPts val="600"/>
                </a:spcAft>
                <a:defRPr/>
              </a:pPr>
              <a:t>16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8" name="Rectangle 410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500">
                <a:solidFill>
                  <a:srgbClr val="FFFFFF"/>
                </a:solidFill>
              </a:rPr>
              <a:t>Data Structures for Open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DE863FAC-F439-4766-99D0-603D49450E3B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10" name="Content Placeholder 2">
            <a:extLst>
              <a:ext uri="{FF2B5EF4-FFF2-40B4-BE49-F238E27FC236}">
                <a16:creationId xmlns:a16="http://schemas.microsoft.com/office/drawing/2014/main" id="{1F0582F2-E810-3187-9B24-F58D7B88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3180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78" name="Rectangle 717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0" name="Rectangle 717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6" name="Freeform: Shape 718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88" name="Rectangle 718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 eaLnBrk="1" hangingPunct="1"/>
            <a:r>
              <a:rPr lang="en-US" altLang="en-US" sz="3500">
                <a:solidFill>
                  <a:srgbClr val="FFFFFF"/>
                </a:solidFill>
              </a:rPr>
              <a:t>I/O Redirection</a:t>
            </a:r>
          </a:p>
        </p:txBody>
      </p:sp>
      <p:sp>
        <p:nvSpPr>
          <p:cNvPr id="7177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dirty="0"/>
              <a:t>All UNIX processes have three predefined files open: stdin, </a:t>
            </a:r>
            <a:r>
              <a:rPr lang="en-US" altLang="en-US" sz="2400" dirty="0" err="1"/>
              <a:t>stdout</a:t>
            </a:r>
            <a:r>
              <a:rPr lang="en-US" altLang="en-US" sz="2400" dirty="0"/>
              <a:t>, stderr. STDIN_FILENO (0), STDOUT_FILENO (1) and STDERR_FILENO (2).</a:t>
            </a:r>
          </a:p>
          <a:p>
            <a:pPr lvl="1" eaLnBrk="1" hangingPunct="1"/>
            <a:r>
              <a:rPr lang="en-US" altLang="en-US" sz="2400" dirty="0"/>
              <a:t>Defined in &lt;</a:t>
            </a:r>
            <a:r>
              <a:rPr lang="en-US" altLang="en-US" sz="2400" dirty="0" err="1"/>
              <a:t>unistd.h</a:t>
            </a:r>
            <a:r>
              <a:rPr lang="en-US" altLang="en-US" sz="2400" dirty="0"/>
              <a:t>&gt;</a:t>
            </a:r>
          </a:p>
          <a:p>
            <a:pPr eaLnBrk="1" hangingPunct="1"/>
            <a:r>
              <a:rPr lang="en-US" altLang="en-US" sz="2400" dirty="0"/>
              <a:t>We can redirect the I/O by manipulating these file descriptors.</a:t>
            </a:r>
          </a:p>
          <a:p>
            <a:pPr lvl="1" eaLnBrk="1" hangingPunct="1"/>
            <a:r>
              <a:rPr lang="en-US" altLang="en-US" sz="2400" dirty="0"/>
              <a:t>Order enforcer: </a:t>
            </a:r>
            <a:r>
              <a:rPr lang="en-US" altLang="en-US" sz="2400" dirty="0" err="1"/>
              <a:t>fflush</a:t>
            </a:r>
            <a:r>
              <a:rPr lang="en-US" altLang="en-US" sz="2400" dirty="0"/>
              <a:t>();</a:t>
            </a:r>
          </a:p>
          <a:p>
            <a:pPr lvl="1" eaLnBrk="1" hangingPunct="1"/>
            <a:r>
              <a:rPr lang="en-US" altLang="en-US" sz="2400" dirty="0"/>
              <a:t>Exercise: </a:t>
            </a:r>
            <a:r>
              <a:rPr lang="en-US" altLang="en-US" sz="2400" dirty="0" err="1"/>
              <a:t>mycat.c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When happens when the end of file is reached in read?</a:t>
            </a:r>
          </a:p>
          <a:p>
            <a:pPr eaLnBrk="1" hangingPunct="1"/>
            <a:endParaRPr lang="en-US" altLang="en-US" sz="1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2CB27615-108C-4A4F-94A5-A1021BAC0BF0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18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dup and dup2 System Calls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dup, dup2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Syntax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int dup(int oldfd)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>
                <a:latin typeface="Courier New" pitchFamily="49" charset="0"/>
                <a:cs typeface="Courier New" pitchFamily="49" charset="0"/>
              </a:rPr>
              <a:t>int dup2(int oldfd, int newfd)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Duplicating the file descriptor in the process file descriptor table, sharing the same open file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See example2.c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NOTE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Similarly, fork() will only duplicate file descriptor table, but not the system-wide open file table.</a:t>
            </a:r>
          </a:p>
          <a:p>
            <a:pPr lvl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E87A4C-F1A2-486E-87AE-2F4C5BE5413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3FC10-78BD-E14C-FE0C-E98105FAE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Redirection using Pipes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4CC52-BA45-8523-B8B0-EA8DB415E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900" b="0" i="1" u="none" strike="noStrike" baseline="0">
                <a:latin typeface="Verdana" panose="020B0604030504040204" pitchFamily="34" charset="0"/>
              </a:rPr>
              <a:t>A program to execute the equivalent of </a:t>
            </a:r>
            <a:r>
              <a:rPr lang="en-US" sz="900" b="0" i="0" u="none" strike="noStrike" baseline="0">
                <a:latin typeface="Courier New" panose="02070309020205020404" pitchFamily="49" charset="0"/>
              </a:rPr>
              <a:t>ls -l | sort -n +4</a:t>
            </a:r>
            <a:r>
              <a:rPr lang="en-US" sz="900" b="0" i="0" u="none" strike="noStrike" baseline="0">
                <a:latin typeface="Verdana" panose="020B0604030504040204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int main(void) {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pid_t childpid;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int fd[2];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if ((pipe(fd) == -1) || ((childpid = fork()) == -1)) {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setup pipeline");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return 1;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if (childpid == 0) { /* ls is the child */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if (dup2(fd[1], STDOUT_FILENO) == -1)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redirect stdout of ls");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else if ((close(fd[0]) == -1) || (close(fd[1]) == -1))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close extra pipe descriptors on ls");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else {</a:t>
            </a:r>
          </a:p>
          <a:p>
            <a:pPr>
              <a:lnSpc>
                <a:spcPct val="90000"/>
              </a:lnSpc>
            </a:pPr>
            <a:r>
              <a:rPr lang="de-DE" sz="900" b="0" i="0" u="none" strike="noStrike" baseline="0">
                <a:latin typeface="Courier New" panose="02070309020205020404" pitchFamily="49" charset="0"/>
              </a:rPr>
              <a:t>execl("/bin/ls", "ls", "-l", NULL);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exec ls");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return 1;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if (dup2(fd[0], STDIN_FILENO) == -1) /* sort is the parent */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redirect stdin of sort");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else if ((close(fd[0]) == -1) || (close(fd[1]) == -1))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close extra pipe file descriptors on sort");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else {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execl("/bin/sort", "sort", "-n", "+4", NULL);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perror("Failed to exec sort");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return 1;</a:t>
            </a:r>
          </a:p>
          <a:p>
            <a:pPr>
              <a:lnSpc>
                <a:spcPct val="90000"/>
              </a:lnSpc>
            </a:pPr>
            <a:r>
              <a:rPr lang="en-US" sz="900" b="0" i="0" u="none" strike="noStrike" baseline="0">
                <a:latin typeface="Courier New" panose="02070309020205020404" pitchFamily="49" charset="0"/>
              </a:rPr>
              <a:t>}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20478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Summary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38B95-2536-81FC-B6A3-1CE18CD9B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2274710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1183</Words>
  <Application>Microsoft Office PowerPoint</Application>
  <PresentationFormat>On-screen Show (4:3)</PresentationFormat>
  <Paragraphs>170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Arial Unicode MS</vt:lpstr>
      <vt:lpstr>Calibri</vt:lpstr>
      <vt:lpstr>Consolas</vt:lpstr>
      <vt:lpstr>Courier New</vt:lpstr>
      <vt:lpstr>Verdana</vt:lpstr>
      <vt:lpstr>Office Theme</vt:lpstr>
      <vt:lpstr>Interprocess Communication in Linux</vt:lpstr>
      <vt:lpstr>What is IPC?</vt:lpstr>
      <vt:lpstr>Pipes</vt:lpstr>
      <vt:lpstr>Unnamed Pipes</vt:lpstr>
      <vt:lpstr>Linux pipes</vt:lpstr>
      <vt:lpstr>The pipe System Call</vt:lpstr>
      <vt:lpstr>Pipe between Parent and Child Process</vt:lpstr>
      <vt:lpstr>Unnamed Pipe Example</vt:lpstr>
      <vt:lpstr>Named Pipes (FIFOs)</vt:lpstr>
      <vt:lpstr>Named Pipes (FIFOs)</vt:lpstr>
      <vt:lpstr>Named Pipes (2)</vt:lpstr>
      <vt:lpstr>Redirection Basics</vt:lpstr>
      <vt:lpstr>Pipe and FIFO paradiagms</vt:lpstr>
      <vt:lpstr>Redirection Examples</vt:lpstr>
      <vt:lpstr>Pipes vs Redirection</vt:lpstr>
      <vt:lpstr>Data Structures for Open Files</vt:lpstr>
      <vt:lpstr>Data Structures for Open Files</vt:lpstr>
      <vt:lpstr>I/O Redirection</vt:lpstr>
      <vt:lpstr>The dup and dup2 System Calls</vt:lpstr>
      <vt:lpstr>Redirection using Pipes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Ahmad Mudassir</dc:creator>
  <cp:keywords/>
  <dc:description>generated using python-pptx</dc:description>
  <cp:lastModifiedBy>Ahmad Mudassir</cp:lastModifiedBy>
  <cp:revision>10</cp:revision>
  <dcterms:created xsi:type="dcterms:W3CDTF">2013-01-27T09:14:16Z</dcterms:created>
  <dcterms:modified xsi:type="dcterms:W3CDTF">2025-11-05T11:27:43Z</dcterms:modified>
  <cp:category/>
</cp:coreProperties>
</file>