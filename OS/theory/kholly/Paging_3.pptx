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D37E9-BE6B-55C4-590B-FC5453297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8324F-5713-9A85-837D-341E369B1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2FFED-EAC0-D26C-3482-78E3D459F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CF2-80B5-4A97-B201-079E69CDAEA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ED051-157C-C9FD-6CF7-ADC9D9257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318B4-6DDE-DC2F-6BC6-92ED58A8A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5FDB-0FFE-48DB-917E-50EB4D6D1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92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260BA-9DDD-20E3-532F-546FE1CB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13161-AFD6-A0F3-FA11-F6553ACE3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B6ED0-D649-1EEA-A3CF-2AE33A81A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CF2-80B5-4A97-B201-079E69CDAEA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489BA-C72F-1B5C-F591-516991FA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E0BF1-B596-4507-3326-C15AAD19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5FDB-0FFE-48DB-917E-50EB4D6D1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A9F7-0667-C1F4-CE0E-8E407F92F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4DF50-92EC-2401-5254-E178D1825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7CF72-5EDD-787D-3D96-B5FFD7352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CF2-80B5-4A97-B201-079E69CDAEA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9067D-E411-2866-FB4A-CEE130F6F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65072-C25B-59C6-891C-9729762B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5FDB-0FFE-48DB-917E-50EB4D6D1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34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AA8A-F73A-B919-00A9-080BCEA1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9AEBE-715A-F14C-CFF5-A577AC26A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2A9D3-C3B1-35AF-B3A3-9FB91450F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B0CBB-6589-BFF8-E5E8-58B3A52E8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CF2-80B5-4A97-B201-079E69CDAEA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95F8A-45BE-C643-E6B6-728A9053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6EE13-1676-BEE2-1275-2546416D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5FDB-0FFE-48DB-917E-50EB4D6D1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9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F07E-C546-1950-7E58-F079D142A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1AC87-A49B-74B3-0BD6-676277F33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BF196-4B64-5272-7E63-CAF160893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C00259-3F66-A4F5-9E57-1C40CBE624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CEC8-EA1D-9198-8892-1FD6F15549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56C578-4F74-1064-A556-2DC941DA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CF2-80B5-4A97-B201-079E69CDAEA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E430A3-0807-6462-E852-E50868AFD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0B2AC2-4485-04A7-CE14-12A237B17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5FDB-0FFE-48DB-917E-50EB4D6D1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10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49436-0EDF-F638-DDD7-8ADADEDB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A8CA3-A548-DD25-FA13-4884F019F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CF2-80B5-4A97-B201-079E69CDAEA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5881D-2F46-AA86-0662-F73F6416F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D8809-58F3-CB0F-F6B0-9624C8F1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5FDB-0FFE-48DB-917E-50EB4D6D1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2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CA8537-C8DD-B21C-FB12-3A4B3FC73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CF2-80B5-4A97-B201-079E69CDAEA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2C56D9-3CA0-65EE-2D6A-444E958A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00C8B-5DB7-1AB3-AE17-31141FAD0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5FDB-0FFE-48DB-917E-50EB4D6D1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1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1DA2C-9CED-9D56-9868-275E8D890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C7EBC-05EB-DB34-9742-3DDAE4044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EF4D4-8576-E459-815F-FB26661C5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965C3-C850-74F8-6045-04961E86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CF2-80B5-4A97-B201-079E69CDAEA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185F8-E636-683A-4D1D-FDEC3A596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C81CE-9FD8-AE10-B54E-3031FF456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5FDB-0FFE-48DB-917E-50EB4D6D1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82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6F22A-B15D-F7E6-4108-BAB6C6E22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50146-2AEC-70B7-7D35-A2660C051B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E412B-9B73-1C03-04FE-29AAC47E1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2766C-B24D-39B0-7258-BF4EB350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CF2-80B5-4A97-B201-079E69CDAEA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CFAC8-FE3F-17DD-A99B-97DF22755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E08E1-A033-8DE1-9EE9-F88C6A660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5FDB-0FFE-48DB-917E-50EB4D6D1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36CD1-65E1-E9C7-FCDE-23C09C00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65F70-FAB6-7C34-43E4-828A16296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F85AE-C337-8B4C-7F2E-6F2D59569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CF2-80B5-4A97-B201-079E69CDAEA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21DA5-1EEE-24BD-1220-5093C5E62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7DB29-191B-363F-AD6F-A9274584C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5FDB-0FFE-48DB-917E-50EB4D6D1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1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8433D-52D4-E5C2-E7F8-52C169AEE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0CA77-722E-856F-A746-16FA0523D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E80FF-87A2-D7BF-CE15-8C36FD829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ACF2-80B5-4A97-B201-079E69CDAEA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89CDD-A5E2-4A03-857B-264AE13EB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B9909-138D-356B-333C-F03E9B85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55FDB-0FFE-48DB-917E-50EB4D6D1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8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37D028-4219-AA59-0391-48EBCD3B2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D7167-560E-9B88-9C92-7E595C5FC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A87B7-46C5-0E1C-F1EB-93B3A0B8B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BACF2-80B5-4A97-B201-079E69CDAEA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04D76-2097-D1C1-E84A-750443125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E3218-4C1A-2DE1-AAD6-82E3C55FE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55FDB-0FFE-48DB-917E-50EB4D6D15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38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3F4E6-7A47-5802-A6AF-17F2B3C850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B1717-27EF-1E14-E61B-0EDF7C8F58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93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C03B-9885-E2E6-42EB-4AFCA305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746C53-4B31-6640-C769-A98586EE0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6745" y="556433"/>
            <a:ext cx="8146473" cy="548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108FC8-796A-55EC-FD2B-52298C565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1412" y="643466"/>
            <a:ext cx="776917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95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D9C86-5E87-A763-E592-16912A706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827"/>
            <a:ext cx="10515600" cy="578861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Main Memory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ECE71-B508-7ABC-A2CC-C21FB23E6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4918434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/>
            <a:r>
              <a:rPr lang="en-US" dirty="0"/>
              <a:t>Physical Address Space = Size of main memory</a:t>
            </a:r>
          </a:p>
          <a:p>
            <a:pPr fontAlgn="base"/>
            <a:r>
              <a:rPr lang="en-US" dirty="0"/>
              <a:t>Size of main memory = Total number of frames x Page size</a:t>
            </a:r>
          </a:p>
          <a:p>
            <a:pPr fontAlgn="base"/>
            <a:r>
              <a:rPr lang="en-US" dirty="0"/>
              <a:t>Frame size = Page size</a:t>
            </a:r>
          </a:p>
          <a:p>
            <a:pPr fontAlgn="base"/>
            <a:r>
              <a:rPr lang="en-US" dirty="0"/>
              <a:t>If number of frames in main memory = 2</a:t>
            </a:r>
            <a:r>
              <a:rPr lang="en-US" baseline="30000" dirty="0"/>
              <a:t>X</a:t>
            </a:r>
            <a:r>
              <a:rPr lang="en-US" dirty="0"/>
              <a:t>, then number of bits in frame number = X bits</a:t>
            </a:r>
          </a:p>
          <a:p>
            <a:pPr fontAlgn="base"/>
            <a:r>
              <a:rPr lang="en-US" dirty="0"/>
              <a:t>If Page size = 2</a:t>
            </a:r>
            <a:r>
              <a:rPr lang="en-US" baseline="30000" dirty="0"/>
              <a:t>X</a:t>
            </a:r>
            <a:r>
              <a:rPr lang="en-US" dirty="0"/>
              <a:t> Bytes, then number of bits in page offset = X bits</a:t>
            </a:r>
          </a:p>
          <a:p>
            <a:pPr fontAlgn="base"/>
            <a:r>
              <a:rPr lang="en-US" dirty="0"/>
              <a:t>If size of main memory = 2</a:t>
            </a:r>
            <a:r>
              <a:rPr lang="en-US" baseline="30000" dirty="0"/>
              <a:t>X</a:t>
            </a:r>
            <a:r>
              <a:rPr lang="en-US" dirty="0"/>
              <a:t> Bytes, then number of bits in physical address = X bits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69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C8D1B-BBD9-5C5E-FAAA-61A203C1D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Process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70993-6DFD-DB47-6987-443CC850A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690"/>
            <a:ext cx="10515600" cy="4869273"/>
          </a:xfrm>
        </p:spPr>
        <p:txBody>
          <a:bodyPr/>
          <a:lstStyle/>
          <a:p>
            <a:pPr fontAlgn="base"/>
            <a:r>
              <a:rPr lang="en-US" dirty="0"/>
              <a:t>Virtual Address Space = Size of process</a:t>
            </a:r>
          </a:p>
          <a:p>
            <a:pPr fontAlgn="base"/>
            <a:r>
              <a:rPr lang="en-US" dirty="0"/>
              <a:t>Number of pages the process is divided = Process size / Page size</a:t>
            </a:r>
          </a:p>
          <a:p>
            <a:pPr fontAlgn="base"/>
            <a:r>
              <a:rPr lang="en-US" dirty="0"/>
              <a:t>If process size = 2</a:t>
            </a:r>
            <a:r>
              <a:rPr lang="en-US" baseline="30000" dirty="0"/>
              <a:t>X</a:t>
            </a:r>
            <a:r>
              <a:rPr lang="en-US" dirty="0"/>
              <a:t> bytes, then number of bits in virtual address space = X bits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317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0C6E6-5A60-B7E7-F87F-2CECC1AC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5510"/>
            <a:ext cx="10515600" cy="255178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b="1" u="sng" dirty="0"/>
              <a:t>Page Table</a:t>
            </a:r>
            <a:br>
              <a:rPr lang="en-US" b="1" dirty="0"/>
            </a:br>
            <a:r>
              <a:rPr lang="en-US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8A9BF-ED87-3E53-889F-203BD3EEC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510"/>
            <a:ext cx="10515600" cy="4741453"/>
          </a:xfrm>
        </p:spPr>
        <p:txBody>
          <a:bodyPr/>
          <a:lstStyle/>
          <a:p>
            <a:pPr fontAlgn="base"/>
            <a:r>
              <a:rPr lang="en-US" dirty="0"/>
              <a:t>Size of page table = Number of entries in page table x Page table entry size</a:t>
            </a:r>
          </a:p>
          <a:p>
            <a:pPr fontAlgn="base"/>
            <a:r>
              <a:rPr lang="en-US" dirty="0"/>
              <a:t>Number of entries in pages table = Number of pages the process is divided</a:t>
            </a:r>
          </a:p>
          <a:p>
            <a:pPr fontAlgn="base"/>
            <a:r>
              <a:rPr lang="en-US" dirty="0"/>
              <a:t>Page table entry size = Number of bits in frame number + Number of bits used for optional fields if any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774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7BCBC-3C98-5347-3ED8-C263B4788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9873"/>
            <a:ext cx="10515600" cy="765752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NOTE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366E8-B515-9D61-A41C-6BC95DEB3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In general, if the given address consists of ‘n’ bits, then using ‘n’ bits, 2</a:t>
            </a:r>
            <a:r>
              <a:rPr lang="en-US" baseline="30000" dirty="0"/>
              <a:t>n</a:t>
            </a:r>
            <a:r>
              <a:rPr lang="en-US" dirty="0"/>
              <a:t> locations are possible.</a:t>
            </a:r>
          </a:p>
          <a:p>
            <a:pPr fontAlgn="base"/>
            <a:r>
              <a:rPr lang="en-US" dirty="0"/>
              <a:t>Then, size of memory = 2</a:t>
            </a:r>
            <a:r>
              <a:rPr lang="en-US" baseline="30000" dirty="0"/>
              <a:t>n</a:t>
            </a:r>
            <a:r>
              <a:rPr lang="en-US" dirty="0"/>
              <a:t> x Size of one location.</a:t>
            </a:r>
          </a:p>
          <a:p>
            <a:pPr fontAlgn="base"/>
            <a:r>
              <a:rPr lang="en-US" dirty="0"/>
              <a:t>If the memory is byte-addressable, then size of one location = 1 byte.</a:t>
            </a:r>
          </a:p>
          <a:p>
            <a:pPr fontAlgn="base"/>
            <a:r>
              <a:rPr lang="en-US" dirty="0"/>
              <a:t>Thus, size of memory = 2</a:t>
            </a:r>
            <a:r>
              <a:rPr lang="en-US" baseline="30000" dirty="0"/>
              <a:t>n</a:t>
            </a:r>
            <a:r>
              <a:rPr lang="en-US" dirty="0"/>
              <a:t> bytes.</a:t>
            </a:r>
          </a:p>
          <a:p>
            <a:pPr fontAlgn="base"/>
            <a:r>
              <a:rPr lang="en-US" dirty="0"/>
              <a:t>If the memory is word-addressable where 1 word = m bytes, then size of one location = m bytes.</a:t>
            </a:r>
          </a:p>
          <a:p>
            <a:pPr fontAlgn="base"/>
            <a:r>
              <a:rPr lang="en-US" dirty="0"/>
              <a:t>Thus, size of memory = 2</a:t>
            </a:r>
            <a:r>
              <a:rPr lang="en-US" baseline="30000" dirty="0"/>
              <a:t>n</a:t>
            </a:r>
            <a:r>
              <a:rPr lang="en-US" dirty="0"/>
              <a:t> x m bytes.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681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9B093-EFCC-25CE-98DE-92C5A305B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7648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Problem-01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51B56-5EC3-AC39-BF81-6530CCBB2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7870"/>
            <a:ext cx="10515600" cy="435133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Calculate the size of memory if its address consists of 22 bits and the memory is 2-byte addressable.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2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0184-0A0B-F737-5114-97F0CA7ED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Solution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663D3-9621-09EF-0362-15703694A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9255"/>
            <a:ext cx="10515600" cy="486770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 Number of locations possible with 22 bits = 2</a:t>
            </a:r>
            <a:r>
              <a:rPr lang="en-US" baseline="30000" dirty="0"/>
              <a:t>22</a:t>
            </a:r>
            <a:r>
              <a:rPr lang="en-US" dirty="0"/>
              <a:t> locations</a:t>
            </a:r>
          </a:p>
          <a:p>
            <a:pPr marL="0" indent="0" fontAlgn="base">
              <a:buNone/>
            </a:pPr>
            <a:r>
              <a:rPr lang="en-US" dirty="0"/>
              <a:t>It is given that the size of one location = 2 bytes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Thus, Size of memory = 2</a:t>
            </a:r>
            <a:r>
              <a:rPr lang="en-US" baseline="30000" dirty="0"/>
              <a:t>22</a:t>
            </a:r>
            <a:r>
              <a:rPr lang="en-US" dirty="0"/>
              <a:t> x 2 bytes = 2</a:t>
            </a:r>
            <a:r>
              <a:rPr lang="en-US" baseline="30000" dirty="0"/>
              <a:t>23</a:t>
            </a:r>
            <a:r>
              <a:rPr lang="en-US" dirty="0"/>
              <a:t> bytes = 8 MB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03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A11C-971A-96FB-7732-D88081218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Problem-02: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426F0-BE7E-D8BE-81EB-20225B973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Calculate the number of bits required in the address for memory having size of 16 GB. Assume the memory is 4-byte addressable.</a:t>
            </a:r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758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C73CF-29FD-6372-4015-8D58F513D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Solution-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85887-4EEA-53D4-0461-1B4D5C781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Let ‘n’ number of bits are required. Then, Size of memory = 2</a:t>
            </a:r>
            <a:r>
              <a:rPr lang="en-US" baseline="30000" dirty="0"/>
              <a:t>n</a:t>
            </a:r>
            <a:r>
              <a:rPr lang="en-US" dirty="0"/>
              <a:t> x 4 bytes.</a:t>
            </a:r>
          </a:p>
          <a:p>
            <a:pPr marL="0" indent="0" fontAlgn="base">
              <a:buNone/>
            </a:pPr>
            <a:r>
              <a:rPr lang="en-US" dirty="0"/>
              <a:t>Since, the given memory has size of 16 GB, so we have-</a:t>
            </a:r>
          </a:p>
          <a:p>
            <a:pPr marL="0" indent="0" fontAlgn="base">
              <a:buNone/>
            </a:pPr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en-US" dirty="0"/>
              <a:t> x 4 bytes = 16 GB</a:t>
            </a:r>
          </a:p>
          <a:p>
            <a:pPr marL="0" indent="0" fontAlgn="base">
              <a:buNone/>
            </a:pPr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en-US" dirty="0"/>
              <a:t> x 4 = 16 G</a:t>
            </a:r>
          </a:p>
          <a:p>
            <a:pPr marL="0" indent="0" fontAlgn="base">
              <a:buNone/>
            </a:pPr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en-US" dirty="0"/>
              <a:t> x 2</a:t>
            </a:r>
            <a:r>
              <a:rPr lang="en-US" baseline="30000" dirty="0"/>
              <a:t>2</a:t>
            </a:r>
            <a:r>
              <a:rPr lang="en-US" dirty="0"/>
              <a:t> = 2</a:t>
            </a:r>
            <a:r>
              <a:rPr lang="en-US" baseline="30000" dirty="0"/>
              <a:t>34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en-US" dirty="0"/>
              <a:t> = 2</a:t>
            </a:r>
            <a:r>
              <a:rPr lang="en-US" baseline="30000" dirty="0"/>
              <a:t>32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∴ n = 32 bits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292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D6D3-099B-1188-66FD-0AE1EA26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Problem-03: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2EADA-58C4-8E0E-D2AC-0CE86A934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7527"/>
            <a:ext cx="10515600" cy="5179436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Consider a system with byte-addressable memory, 32 bit logical addresses, 4 kilobyte page size and page table entries of 4 bytes each. The size of the page table in the system in megabytes is _____.</a:t>
            </a:r>
          </a:p>
          <a:p>
            <a:pPr fontAlgn="base"/>
            <a:r>
              <a:rPr lang="en-US" dirty="0"/>
              <a:t>2</a:t>
            </a:r>
          </a:p>
          <a:p>
            <a:pPr fontAlgn="base"/>
            <a:r>
              <a:rPr lang="en-US" dirty="0"/>
              <a:t>4</a:t>
            </a:r>
          </a:p>
          <a:p>
            <a:pPr fontAlgn="base"/>
            <a:r>
              <a:rPr lang="en-US" dirty="0"/>
              <a:t>8</a:t>
            </a:r>
          </a:p>
          <a:p>
            <a:pPr fontAlgn="base"/>
            <a:r>
              <a:rPr lang="en-US" dirty="0"/>
              <a:t>16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86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1A21F-964B-636C-3313-660928C7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u="sng" dirty="0"/>
              <a:t>Solution-</a:t>
            </a:r>
            <a:br>
              <a:rPr lang="en-US" b="1" dirty="0"/>
            </a:br>
            <a:r>
              <a:rPr lang="en-US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3FC11-98F1-D880-1871-5D915004E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209"/>
            <a:ext cx="10515600" cy="4815754"/>
          </a:xfrm>
        </p:spPr>
        <p:txBody>
          <a:bodyPr>
            <a:normAutofit fontScale="70000" lnSpcReduction="20000"/>
          </a:bodyPr>
          <a:lstStyle/>
          <a:p>
            <a:pPr fontAlgn="base"/>
            <a:endParaRPr lang="en-US" dirty="0"/>
          </a:p>
          <a:p>
            <a:pPr marL="0" indent="0" fontAlgn="base">
              <a:buNone/>
            </a:pPr>
            <a:r>
              <a:rPr lang="en-US" dirty="0"/>
              <a:t>Given</a:t>
            </a:r>
          </a:p>
          <a:p>
            <a:pPr marL="0" indent="0" fontAlgn="base">
              <a:buNone/>
            </a:pPr>
            <a:r>
              <a:rPr lang="en-US" dirty="0"/>
              <a:t>Number of bits in logical address = 32 bits</a:t>
            </a:r>
          </a:p>
          <a:p>
            <a:pPr marL="0" indent="0" fontAlgn="base">
              <a:buNone/>
            </a:pPr>
            <a:r>
              <a:rPr lang="en-US" dirty="0"/>
              <a:t>Page size = 4KB</a:t>
            </a:r>
          </a:p>
          <a:p>
            <a:pPr marL="0" indent="0" fontAlgn="base">
              <a:buNone/>
            </a:pPr>
            <a:r>
              <a:rPr lang="en-US" dirty="0"/>
              <a:t>Page table entry size = 4 bytes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Process Size-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Number of bits in logical address = 32 bits</a:t>
            </a:r>
          </a:p>
          <a:p>
            <a:pPr marL="0" indent="0" fontAlgn="base">
              <a:buNone/>
            </a:pPr>
            <a:r>
              <a:rPr lang="en-US" dirty="0"/>
              <a:t>Thus,</a:t>
            </a:r>
          </a:p>
          <a:p>
            <a:pPr marL="0" indent="0" fontAlgn="base">
              <a:buNone/>
            </a:pPr>
            <a:r>
              <a:rPr lang="en-US" dirty="0"/>
              <a:t>Process size</a:t>
            </a:r>
          </a:p>
          <a:p>
            <a:pPr marL="0" indent="0" fontAlgn="base">
              <a:buNone/>
            </a:pPr>
            <a:r>
              <a:rPr lang="en-US" dirty="0"/>
              <a:t>= 2</a:t>
            </a:r>
            <a:r>
              <a:rPr lang="en-US" baseline="30000" dirty="0"/>
              <a:t>32</a:t>
            </a:r>
            <a:r>
              <a:rPr lang="en-US" dirty="0"/>
              <a:t> B</a:t>
            </a:r>
          </a:p>
          <a:p>
            <a:pPr marL="0" indent="0" fontAlgn="base">
              <a:buNone/>
            </a:pPr>
            <a:r>
              <a:rPr lang="en-US" dirty="0"/>
              <a:t>= 4 GB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896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27186-1BD8-D29B-87F3-405FFC41D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Number of Entries in Page Table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76F25-326A-48B7-CC27-6AC7CF1D2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fontAlgn="base">
              <a:buNone/>
            </a:pPr>
            <a:r>
              <a:rPr lang="en-US" sz="5500" dirty="0"/>
              <a:t> </a:t>
            </a:r>
          </a:p>
          <a:p>
            <a:pPr marL="0" indent="0" fontAlgn="base">
              <a:buNone/>
            </a:pPr>
            <a:r>
              <a:rPr lang="en-US" sz="5500" dirty="0"/>
              <a:t>Number of pages the process is divided</a:t>
            </a:r>
          </a:p>
          <a:p>
            <a:pPr marL="0" indent="0" fontAlgn="base">
              <a:buNone/>
            </a:pPr>
            <a:r>
              <a:rPr lang="en-US" sz="5500" dirty="0"/>
              <a:t>= Process size / Page size</a:t>
            </a:r>
          </a:p>
          <a:p>
            <a:pPr marL="0" indent="0" fontAlgn="base">
              <a:buNone/>
            </a:pPr>
            <a:r>
              <a:rPr lang="en-US" sz="5500" dirty="0"/>
              <a:t>= 4 GB / 4 KB</a:t>
            </a:r>
          </a:p>
          <a:p>
            <a:pPr marL="0" indent="0" fontAlgn="base">
              <a:buNone/>
            </a:pPr>
            <a:r>
              <a:rPr lang="en-US" sz="5500" dirty="0"/>
              <a:t>= 2</a:t>
            </a:r>
            <a:r>
              <a:rPr lang="en-US" sz="5500" baseline="30000" dirty="0"/>
              <a:t>20</a:t>
            </a:r>
            <a:r>
              <a:rPr lang="en-US" sz="5500" dirty="0"/>
              <a:t> pages</a:t>
            </a:r>
          </a:p>
          <a:p>
            <a:pPr marL="0" indent="0" fontAlgn="base">
              <a:buNone/>
            </a:pPr>
            <a:r>
              <a:rPr lang="en-US" sz="5500" dirty="0"/>
              <a:t> </a:t>
            </a:r>
          </a:p>
          <a:p>
            <a:pPr marL="0" indent="0" fontAlgn="base">
              <a:buNone/>
            </a:pPr>
            <a:r>
              <a:rPr lang="en-US" sz="5500" dirty="0"/>
              <a:t>Thus,</a:t>
            </a:r>
          </a:p>
          <a:p>
            <a:pPr marL="0" indent="0" fontAlgn="base">
              <a:buNone/>
            </a:pPr>
            <a:r>
              <a:rPr lang="en-US" sz="5500" dirty="0"/>
              <a:t>Number of entries in page table = 2</a:t>
            </a:r>
            <a:r>
              <a:rPr lang="en-US" sz="5500" baseline="30000" dirty="0"/>
              <a:t>20</a:t>
            </a:r>
            <a:r>
              <a:rPr lang="en-US" sz="5500" dirty="0"/>
              <a:t> entries</a:t>
            </a:r>
          </a:p>
          <a:p>
            <a:pPr marL="0" indent="0" fontAlgn="base">
              <a:buNone/>
            </a:pPr>
            <a:r>
              <a:rPr lang="en-US" sz="5500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428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6C45E-B5C9-53BB-02F6-6FC7077B5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Page Table Size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21AD5-B5CC-F2D5-0F18-E44E69D79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Page table size</a:t>
            </a:r>
          </a:p>
          <a:p>
            <a:pPr marL="0" indent="0" fontAlgn="base">
              <a:buNone/>
            </a:pPr>
            <a:r>
              <a:rPr lang="en-US" dirty="0"/>
              <a:t>= Number of entries in page table x Page table entry size</a:t>
            </a:r>
          </a:p>
          <a:p>
            <a:pPr marL="0" indent="0" fontAlgn="base">
              <a:buNone/>
            </a:pPr>
            <a:r>
              <a:rPr lang="en-US" dirty="0"/>
              <a:t>= 2</a:t>
            </a:r>
            <a:r>
              <a:rPr lang="en-US" baseline="30000" dirty="0"/>
              <a:t>20</a:t>
            </a:r>
            <a:r>
              <a:rPr lang="en-US" dirty="0"/>
              <a:t> x 4 bytes</a:t>
            </a:r>
          </a:p>
          <a:p>
            <a:pPr marL="0" indent="0" fontAlgn="base">
              <a:buNone/>
            </a:pPr>
            <a:r>
              <a:rPr lang="en-US" dirty="0"/>
              <a:t>= 4 MB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Thus, Option (B) is correct.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855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EE1E-3066-F6F2-43AA-6330534C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Problem-04: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C0812-2CC5-20F9-6FB7-2772236FA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609"/>
            <a:ext cx="10515600" cy="5044354"/>
          </a:xfrm>
        </p:spPr>
        <p:txBody>
          <a:bodyPr/>
          <a:lstStyle/>
          <a:p>
            <a:pPr marL="0" indent="0" fontAlgn="base">
              <a:buNone/>
            </a:pPr>
            <a:r>
              <a:rPr lang="en-US" dirty="0"/>
              <a:t>Consider a machine with 64 MB physical memory and a 32 bit virtual address space. If the page size is 4 KB, what is the approximate size of the page table?</a:t>
            </a:r>
          </a:p>
          <a:p>
            <a:pPr fontAlgn="base"/>
            <a:r>
              <a:rPr lang="en-US" dirty="0"/>
              <a:t>16 MB</a:t>
            </a:r>
          </a:p>
          <a:p>
            <a:pPr fontAlgn="base"/>
            <a:r>
              <a:rPr lang="en-US" dirty="0"/>
              <a:t>8 MB</a:t>
            </a:r>
          </a:p>
          <a:p>
            <a:pPr fontAlgn="base"/>
            <a:r>
              <a:rPr lang="en-US" dirty="0"/>
              <a:t>2 MB</a:t>
            </a:r>
          </a:p>
          <a:p>
            <a:pPr fontAlgn="base"/>
            <a:r>
              <a:rPr lang="en-US" dirty="0"/>
              <a:t>24 MB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214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8540A-0B10-9115-3B49-CDC2C4B7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05: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F4955-1420-80C3-9789-7F056E0E7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auto">
              <a:buNone/>
            </a:pPr>
            <a:r>
              <a:rPr lang="en-US" dirty="0"/>
              <a:t>Consider a single level paging scheme. The virtual address space is 4 MB and page size is 4 KB. What is the maximum page table entry size possible such that the entire page table fits well in one page?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169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97F30-1F3C-65C4-E9FB-46C031695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87AFA-570D-6B0F-D694-97536091F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608"/>
            <a:ext cx="10515600" cy="5476009"/>
          </a:xfrm>
        </p:spPr>
        <p:txBody>
          <a:bodyPr>
            <a:normAutofit fontScale="62500" lnSpcReduction="20000"/>
          </a:bodyPr>
          <a:lstStyle/>
          <a:p>
            <a:pPr marL="0" indent="0" fontAlgn="auto">
              <a:buNone/>
            </a:pPr>
            <a:r>
              <a:rPr lang="en-US" dirty="0"/>
              <a:t>For page table, to fit well in one page, we must have- </a:t>
            </a:r>
          </a:p>
          <a:p>
            <a:pPr marL="0" indent="0" fontAlgn="auto">
              <a:buNone/>
            </a:pPr>
            <a:r>
              <a:rPr lang="en-US" dirty="0"/>
              <a:t>Page table size &lt;= Page size </a:t>
            </a:r>
          </a:p>
          <a:p>
            <a:pPr marL="0" indent="0" fontAlgn="auto">
              <a:buNone/>
            </a:pPr>
            <a:endParaRPr lang="en-US" dirty="0"/>
          </a:p>
          <a:p>
            <a:pPr marL="0" indent="0" fontAlgn="auto">
              <a:buNone/>
            </a:pPr>
            <a:r>
              <a:rPr lang="en-US" b="1" dirty="0"/>
              <a:t>Number of Pages of Process- </a:t>
            </a:r>
          </a:p>
          <a:p>
            <a:pPr marL="0" indent="0" fontAlgn="auto">
              <a:buNone/>
            </a:pPr>
            <a:r>
              <a:rPr lang="en-US" dirty="0"/>
              <a:t>Number of pages = Process size / Page size </a:t>
            </a:r>
          </a:p>
          <a:p>
            <a:pPr marL="0" indent="0" fontAlgn="auto">
              <a:buNone/>
            </a:pPr>
            <a:r>
              <a:rPr lang="en-US" dirty="0"/>
              <a:t>= 4 MB / 4 KB </a:t>
            </a:r>
          </a:p>
          <a:p>
            <a:pPr marL="0" indent="0" fontAlgn="auto">
              <a:buNone/>
            </a:pPr>
            <a:r>
              <a:rPr lang="en-US" dirty="0"/>
              <a:t>= 2</a:t>
            </a:r>
            <a:r>
              <a:rPr lang="en-US" baseline="30000" dirty="0"/>
              <a:t>10</a:t>
            </a:r>
            <a:r>
              <a:rPr lang="en-US" dirty="0"/>
              <a:t> pages </a:t>
            </a:r>
          </a:p>
          <a:p>
            <a:pPr marL="0" indent="0" fontAlgn="auto">
              <a:buNone/>
            </a:pPr>
            <a:endParaRPr lang="en-US" dirty="0"/>
          </a:p>
          <a:p>
            <a:pPr marL="0" indent="0" fontAlgn="auto">
              <a:buNone/>
            </a:pPr>
            <a:r>
              <a:rPr lang="en-US" b="1" dirty="0"/>
              <a:t>Page Table Size- </a:t>
            </a:r>
          </a:p>
          <a:p>
            <a:pPr marL="0" indent="0" fontAlgn="auto">
              <a:buNone/>
            </a:pPr>
            <a:r>
              <a:rPr lang="en-US" dirty="0"/>
              <a:t>Let page table entry size = B bytes -&gt; Page table size = Number of pages x Page table entry </a:t>
            </a:r>
          </a:p>
          <a:p>
            <a:pPr marL="0" indent="0" fontAlgn="auto">
              <a:buNone/>
            </a:pPr>
            <a:r>
              <a:rPr lang="en-US" dirty="0"/>
              <a:t>size </a:t>
            </a:r>
          </a:p>
          <a:p>
            <a:pPr marL="0" indent="0" fontAlgn="auto">
              <a:buNone/>
            </a:pPr>
            <a:r>
              <a:rPr lang="en-US" dirty="0"/>
              <a:t>= 2</a:t>
            </a:r>
            <a:r>
              <a:rPr lang="en-US" baseline="30000" dirty="0"/>
              <a:t>10</a:t>
            </a:r>
            <a:r>
              <a:rPr lang="en-US" dirty="0"/>
              <a:t> x B bytes </a:t>
            </a:r>
          </a:p>
          <a:p>
            <a:pPr marL="0" indent="0" fontAlgn="auto">
              <a:buNone/>
            </a:pPr>
            <a:r>
              <a:rPr lang="en-US" dirty="0"/>
              <a:t>According to the above condition, we must have- </a:t>
            </a:r>
          </a:p>
          <a:p>
            <a:pPr marL="0" indent="0" fontAlgn="auto">
              <a:buNone/>
            </a:pPr>
            <a:r>
              <a:rPr lang="en-US" dirty="0"/>
              <a:t>2</a:t>
            </a:r>
            <a:r>
              <a:rPr lang="en-US" baseline="30000" dirty="0"/>
              <a:t>10 </a:t>
            </a:r>
            <a:r>
              <a:rPr lang="en-US" dirty="0"/>
              <a:t>x B bytes &lt;= 4 KB </a:t>
            </a:r>
          </a:p>
          <a:p>
            <a:pPr marL="0" indent="0" fontAlgn="auto">
              <a:buNone/>
            </a:pPr>
            <a:r>
              <a:rPr lang="en-US" dirty="0"/>
              <a:t>2</a:t>
            </a:r>
            <a:r>
              <a:rPr lang="en-US" baseline="30000" dirty="0"/>
              <a:t>10</a:t>
            </a:r>
            <a:r>
              <a:rPr lang="en-US" dirty="0"/>
              <a:t> x B &lt;= 2</a:t>
            </a:r>
            <a:r>
              <a:rPr lang="en-US" baseline="30000" dirty="0"/>
              <a:t>12</a:t>
            </a:r>
            <a:r>
              <a:rPr lang="en-US" dirty="0"/>
              <a:t> </a:t>
            </a:r>
          </a:p>
          <a:p>
            <a:pPr marL="0" indent="0" fontAlgn="auto">
              <a:buNone/>
            </a:pPr>
            <a:r>
              <a:rPr lang="en-US" dirty="0"/>
              <a:t>B &lt;= 4 </a:t>
            </a:r>
          </a:p>
          <a:p>
            <a:pPr marL="0" indent="0" fontAlgn="auto">
              <a:buNone/>
            </a:pPr>
            <a:r>
              <a:rPr lang="en-US" dirty="0"/>
              <a:t>Thus, maximum page table entry size possible = 4 bytes.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326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E4B2-4044-6D65-8485-F97559A13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06: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68D0A-76A1-B574-4E58-0D922D740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auto">
              <a:buNone/>
            </a:pPr>
            <a:r>
              <a:rPr lang="en-US" dirty="0"/>
              <a:t>Consider a single level paging scheme. The virtual address space is 256 MB and page table entry size is 4 bytes. What is the minimum page size possible such that the entire page table fits well in one page?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838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934B1-5EC0-A16D-F391-41C42BACE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921AA-37B2-05DC-8A49-33E73F714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3391"/>
            <a:ext cx="10515600" cy="5465618"/>
          </a:xfrm>
        </p:spPr>
        <p:txBody>
          <a:bodyPr>
            <a:normAutofit fontScale="55000" lnSpcReduction="20000"/>
          </a:bodyPr>
          <a:lstStyle/>
          <a:p>
            <a:pPr marL="0" indent="0" fontAlgn="auto">
              <a:buNone/>
            </a:pPr>
            <a:r>
              <a:rPr lang="en-US" dirty="0"/>
              <a:t>For page table, to fit well in one page, we must have- </a:t>
            </a:r>
          </a:p>
          <a:p>
            <a:pPr marL="0" indent="0" fontAlgn="auto">
              <a:buNone/>
            </a:pPr>
            <a:r>
              <a:rPr lang="en-US" dirty="0"/>
              <a:t>Page table size &lt;= Page size </a:t>
            </a:r>
          </a:p>
          <a:p>
            <a:pPr marL="0" indent="0" fontAlgn="auto">
              <a:buNone/>
            </a:pPr>
            <a:r>
              <a:rPr lang="en-US" dirty="0"/>
              <a:t>Let page size = B bytes. </a:t>
            </a:r>
          </a:p>
          <a:p>
            <a:pPr marL="0" indent="0" fontAlgn="auto">
              <a:buNone/>
            </a:pPr>
            <a:endParaRPr lang="en-US" dirty="0"/>
          </a:p>
          <a:p>
            <a:pPr marL="0" indent="0" fontAlgn="auto">
              <a:buNone/>
            </a:pPr>
            <a:r>
              <a:rPr lang="en-US" b="1" dirty="0"/>
              <a:t>Number of Pages of Process- </a:t>
            </a:r>
          </a:p>
          <a:p>
            <a:pPr marL="0" indent="0" fontAlgn="auto">
              <a:buNone/>
            </a:pPr>
            <a:r>
              <a:rPr lang="en-US" dirty="0"/>
              <a:t>Number of pages = Process size / Page size </a:t>
            </a:r>
          </a:p>
          <a:p>
            <a:pPr marL="0" indent="0" fontAlgn="auto">
              <a:buNone/>
            </a:pPr>
            <a:r>
              <a:rPr lang="en-US" dirty="0"/>
              <a:t>= 256 MB / B bytes </a:t>
            </a:r>
          </a:p>
          <a:p>
            <a:pPr marL="0" indent="0" fontAlgn="auto">
              <a:buNone/>
            </a:pPr>
            <a:r>
              <a:rPr lang="en-US" dirty="0"/>
              <a:t>= 2</a:t>
            </a:r>
            <a:r>
              <a:rPr lang="en-US" baseline="30000" dirty="0"/>
              <a:t>28</a:t>
            </a:r>
            <a:r>
              <a:rPr lang="en-US" dirty="0"/>
              <a:t> / B </a:t>
            </a:r>
          </a:p>
          <a:p>
            <a:pPr marL="0" indent="0" fontAlgn="auto">
              <a:buNone/>
            </a:pPr>
            <a:endParaRPr lang="en-US" dirty="0"/>
          </a:p>
          <a:p>
            <a:pPr marL="0" indent="0" fontAlgn="auto">
              <a:buNone/>
            </a:pPr>
            <a:r>
              <a:rPr lang="en-US" b="1" dirty="0"/>
              <a:t>Page Table Size- </a:t>
            </a:r>
          </a:p>
          <a:p>
            <a:pPr marL="0" indent="0" fontAlgn="auto">
              <a:buNone/>
            </a:pPr>
            <a:r>
              <a:rPr lang="en-US" dirty="0"/>
              <a:t>Page table size = Number of pages x Page table entry size </a:t>
            </a:r>
          </a:p>
          <a:p>
            <a:pPr marL="0" indent="0" fontAlgn="auto">
              <a:buNone/>
            </a:pPr>
            <a:r>
              <a:rPr lang="en-US" dirty="0"/>
              <a:t>= (2</a:t>
            </a:r>
            <a:r>
              <a:rPr lang="en-US" baseline="30000" dirty="0"/>
              <a:t>28</a:t>
            </a:r>
            <a:r>
              <a:rPr lang="en-US" dirty="0"/>
              <a:t> / B) x 4 bytes </a:t>
            </a:r>
          </a:p>
          <a:p>
            <a:pPr marL="0" indent="0" fontAlgn="auto">
              <a:buNone/>
            </a:pPr>
            <a:r>
              <a:rPr lang="en-US" dirty="0"/>
              <a:t>= (2</a:t>
            </a:r>
            <a:r>
              <a:rPr lang="en-US" baseline="30000" dirty="0"/>
              <a:t>30</a:t>
            </a:r>
            <a:r>
              <a:rPr lang="en-US" dirty="0"/>
              <a:t> / B) bytes </a:t>
            </a:r>
          </a:p>
          <a:p>
            <a:pPr marL="0" indent="0" fontAlgn="auto">
              <a:buNone/>
            </a:pPr>
            <a:r>
              <a:rPr lang="en-US" dirty="0"/>
              <a:t>Now, </a:t>
            </a:r>
          </a:p>
          <a:p>
            <a:pPr marL="0" indent="0" fontAlgn="auto">
              <a:buNone/>
            </a:pPr>
            <a:r>
              <a:rPr lang="en-US" dirty="0"/>
              <a:t>According to the above condition, we must have- </a:t>
            </a:r>
          </a:p>
          <a:p>
            <a:pPr marL="0" indent="0" fontAlgn="auto">
              <a:buNone/>
            </a:pPr>
            <a:r>
              <a:rPr lang="en-US" dirty="0"/>
              <a:t>(2</a:t>
            </a:r>
            <a:r>
              <a:rPr lang="en-US" baseline="30000" dirty="0"/>
              <a:t>30</a:t>
            </a:r>
            <a:r>
              <a:rPr lang="en-US" dirty="0"/>
              <a:t> / B) bytes &lt;= B bytes </a:t>
            </a:r>
          </a:p>
          <a:p>
            <a:pPr marL="0" indent="0" fontAlgn="auto">
              <a:buNone/>
            </a:pPr>
            <a:r>
              <a:rPr lang="en-US" dirty="0"/>
              <a:t>B</a:t>
            </a:r>
            <a:r>
              <a:rPr lang="en-US" baseline="30000" dirty="0"/>
              <a:t>2</a:t>
            </a:r>
            <a:r>
              <a:rPr lang="en-US" dirty="0"/>
              <a:t> &gt;= 2</a:t>
            </a:r>
            <a:r>
              <a:rPr lang="en-US" baseline="30000" dirty="0"/>
              <a:t>30</a:t>
            </a:r>
            <a:r>
              <a:rPr lang="en-US" dirty="0"/>
              <a:t> </a:t>
            </a:r>
          </a:p>
          <a:p>
            <a:pPr marL="0" indent="0" fontAlgn="auto">
              <a:buNone/>
            </a:pPr>
            <a:r>
              <a:rPr lang="en-US" dirty="0"/>
              <a:t>B &gt;= 2</a:t>
            </a:r>
            <a:r>
              <a:rPr lang="en-US" baseline="30000" dirty="0"/>
              <a:t>15</a:t>
            </a:r>
            <a:r>
              <a:rPr lang="en-US" dirty="0"/>
              <a:t> </a:t>
            </a:r>
          </a:p>
          <a:p>
            <a:pPr marL="0" indent="0" fontAlgn="auto">
              <a:buNone/>
            </a:pPr>
            <a:r>
              <a:rPr lang="en-US" dirty="0"/>
              <a:t>Thus, minimum page size possible = 2</a:t>
            </a:r>
            <a:r>
              <a:rPr lang="en-US" baseline="30000" dirty="0"/>
              <a:t>15</a:t>
            </a:r>
            <a:r>
              <a:rPr lang="en-US" dirty="0"/>
              <a:t> bytes or 32 KB.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154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D4F5-8932-F0EE-D7E4-92660240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Segmented Paging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CB563-87BB-1D83-A732-5F70C4E71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373" y="1825625"/>
            <a:ext cx="11232571" cy="4351338"/>
          </a:xfrm>
        </p:spPr>
        <p:txBody>
          <a:bodyPr>
            <a:normAutofit/>
          </a:bodyPr>
          <a:lstStyle/>
          <a:p>
            <a:pPr marL="0" indent="0" fontAlgn="auto">
              <a:buNone/>
            </a:pPr>
            <a:r>
              <a:rPr lang="en-US" dirty="0"/>
              <a:t>A certain computer system has the segmented paging architecture for virtual memory. The memory is byte addressable. Both virtual and physical address spaces contain 2</a:t>
            </a:r>
            <a:r>
              <a:rPr lang="en-US" baseline="30000" dirty="0"/>
              <a:t>16</a:t>
            </a:r>
            <a:r>
              <a:rPr lang="en-US" dirty="0"/>
              <a:t> bytes each. The virtual address space is divided into 8 non-overlapping equal size segments. The memory management unit (MMU) has a hardware segment table, each entry of which contains the physical address of the page table for the segment. Page tables are stored in the main memory and consists of 2 byte page table entries. What is the minimum page size in bytes so that the page table for a segment requires at most one page to store it? Also</a:t>
            </a:r>
          </a:p>
          <a:p>
            <a:pPr marL="0" indent="0" fontAlgn="auto">
              <a:buNone/>
            </a:pPr>
            <a:r>
              <a:rPr lang="en-US" dirty="0"/>
              <a:t>give the division of virtual address.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977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87D2-6DB7-1BBE-C43D-ED233D2F8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20CC2-B65C-32DE-6C6A-C480B3AFD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2218"/>
            <a:ext cx="10515600" cy="5370657"/>
          </a:xfrm>
        </p:spPr>
        <p:txBody>
          <a:bodyPr>
            <a:normAutofit lnSpcReduction="10000"/>
          </a:bodyPr>
          <a:lstStyle/>
          <a:p>
            <a:pPr marL="0" indent="0" fontAlgn="auto">
              <a:buNone/>
            </a:pPr>
            <a:r>
              <a:rPr lang="en-US" dirty="0"/>
              <a:t>Virtual Address Space = Process size = 2</a:t>
            </a:r>
            <a:r>
              <a:rPr lang="en-US" baseline="30000" dirty="0"/>
              <a:t>16</a:t>
            </a:r>
            <a:r>
              <a:rPr lang="en-US" dirty="0"/>
              <a:t> bytes </a:t>
            </a:r>
          </a:p>
          <a:p>
            <a:pPr marL="0" indent="0" fontAlgn="auto">
              <a:buNone/>
            </a:pPr>
            <a:r>
              <a:rPr lang="en-US" dirty="0"/>
              <a:t>Physical Address Space = Main Memory size = 2</a:t>
            </a:r>
            <a:r>
              <a:rPr lang="en-US" baseline="30000" dirty="0"/>
              <a:t>16</a:t>
            </a:r>
            <a:r>
              <a:rPr lang="en-US" dirty="0"/>
              <a:t> bytes </a:t>
            </a:r>
          </a:p>
          <a:p>
            <a:pPr marL="0" indent="0" fontAlgn="auto">
              <a:buNone/>
            </a:pPr>
            <a:r>
              <a:rPr lang="en-US" dirty="0"/>
              <a:t>Process is divided into 8 equal size segments </a:t>
            </a:r>
          </a:p>
          <a:p>
            <a:pPr marL="0" indent="0" fontAlgn="auto">
              <a:buNone/>
            </a:pPr>
            <a:r>
              <a:rPr lang="en-US" dirty="0"/>
              <a:t>Page table entry size = 2 bytes </a:t>
            </a:r>
          </a:p>
          <a:p>
            <a:pPr marL="0" indent="0" fontAlgn="auto">
              <a:buNone/>
            </a:pPr>
            <a:r>
              <a:rPr lang="en-US" dirty="0"/>
              <a:t>Let page size = n bytes. </a:t>
            </a:r>
          </a:p>
          <a:p>
            <a:pPr marL="0" indent="0" fontAlgn="auto">
              <a:buNone/>
            </a:pPr>
            <a:r>
              <a:rPr lang="en-US" dirty="0"/>
              <a:t>Now, since page table has to be stored into a single page, so we must have- </a:t>
            </a:r>
          </a:p>
          <a:p>
            <a:pPr marL="0" indent="0" fontAlgn="auto">
              <a:buNone/>
            </a:pPr>
            <a:r>
              <a:rPr lang="en-US" dirty="0"/>
              <a:t>Size of page table &lt;= Page size </a:t>
            </a:r>
          </a:p>
          <a:p>
            <a:pPr marL="0" indent="0" fontAlgn="auto">
              <a:buNone/>
            </a:pPr>
            <a:r>
              <a:rPr lang="en-US" b="1" dirty="0"/>
              <a:t>Size of Each Segment</a:t>
            </a:r>
          </a:p>
          <a:p>
            <a:pPr marL="0" indent="0" fontAlgn="auto">
              <a:buNone/>
            </a:pPr>
            <a:r>
              <a:rPr lang="en-US" dirty="0"/>
              <a:t>Size of each segment= Process size / Number of segments </a:t>
            </a:r>
          </a:p>
          <a:p>
            <a:pPr marL="0" indent="0" fontAlgn="auto">
              <a:buNone/>
            </a:pPr>
            <a:r>
              <a:rPr lang="en-US" dirty="0"/>
              <a:t>2</a:t>
            </a:r>
            <a:r>
              <a:rPr lang="en-US" baseline="30000" dirty="0"/>
              <a:t>16</a:t>
            </a:r>
            <a:r>
              <a:rPr lang="en-US" dirty="0"/>
              <a:t> bytes / 8 = 2</a:t>
            </a:r>
            <a:r>
              <a:rPr lang="en-US" baseline="30000" dirty="0"/>
              <a:t>16 </a:t>
            </a:r>
            <a:r>
              <a:rPr lang="en-US" dirty="0"/>
              <a:t>bytes / 2</a:t>
            </a:r>
            <a:r>
              <a:rPr lang="en-US" baseline="30000" dirty="0"/>
              <a:t>3 </a:t>
            </a:r>
            <a:r>
              <a:rPr lang="en-US" dirty="0"/>
              <a:t>= 2</a:t>
            </a:r>
            <a:r>
              <a:rPr lang="en-US" baseline="30000" dirty="0"/>
              <a:t>13</a:t>
            </a:r>
            <a:r>
              <a:rPr lang="en-US" dirty="0"/>
              <a:t> bytes = 8 KB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316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5EDF-9BD3-261B-2067-C872C2915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9B4E3-AC56-B561-0033-0E1333DB6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291" y="1825625"/>
            <a:ext cx="11284527" cy="4667250"/>
          </a:xfrm>
        </p:spPr>
        <p:txBody>
          <a:bodyPr>
            <a:normAutofit fontScale="62500" lnSpcReduction="20000"/>
          </a:bodyPr>
          <a:lstStyle/>
          <a:p>
            <a:pPr marL="0" indent="0" fontAlgn="auto">
              <a:buNone/>
            </a:pPr>
            <a:r>
              <a:rPr lang="en-US" b="1" dirty="0"/>
              <a:t>Number of Pages Of Each Segment- </a:t>
            </a:r>
          </a:p>
          <a:p>
            <a:pPr marL="0" indent="0" fontAlgn="auto">
              <a:buNone/>
            </a:pPr>
            <a:r>
              <a:rPr lang="en-US" dirty="0"/>
              <a:t>Number of pages in a segment = Size of segment / Page size  =  8 KB / n bytes = (8K / n) pages </a:t>
            </a:r>
          </a:p>
          <a:p>
            <a:pPr marL="0" indent="0" fontAlgn="auto">
              <a:buNone/>
            </a:pPr>
            <a:endParaRPr lang="en-US" b="1" dirty="0"/>
          </a:p>
          <a:p>
            <a:pPr marL="0" indent="0" fontAlgn="auto">
              <a:buNone/>
            </a:pPr>
            <a:r>
              <a:rPr lang="en-US" b="1" dirty="0"/>
              <a:t>Size of Each Page Table</a:t>
            </a:r>
          </a:p>
          <a:p>
            <a:pPr marL="0" indent="0" fontAlgn="auto">
              <a:buNone/>
            </a:pPr>
            <a:r>
              <a:rPr lang="en-US" dirty="0"/>
              <a:t>Size of each page table = Number of pages x 2 bytes = (8K / n) x 2 bytes = (16K / n) bytes </a:t>
            </a:r>
          </a:p>
          <a:p>
            <a:pPr marL="0" indent="0" fontAlgn="auto">
              <a:buNone/>
            </a:pPr>
            <a:endParaRPr lang="en-US" b="1" dirty="0"/>
          </a:p>
          <a:p>
            <a:pPr marL="0" indent="0" fontAlgn="auto">
              <a:buNone/>
            </a:pPr>
            <a:r>
              <a:rPr lang="en-US" b="1" dirty="0"/>
              <a:t>Page Size</a:t>
            </a:r>
          </a:p>
          <a:p>
            <a:pPr marL="0" indent="0" fontAlgn="auto">
              <a:buNone/>
            </a:pPr>
            <a:r>
              <a:rPr lang="en-US" dirty="0"/>
              <a:t>Substituting values in the above condition, we get (16K / n) bytes &lt;= n bytes </a:t>
            </a:r>
          </a:p>
          <a:p>
            <a:pPr marL="0" indent="0" fontAlgn="auto">
              <a:buNone/>
            </a:pPr>
            <a:r>
              <a:rPr lang="en-US" dirty="0"/>
              <a:t>(16K / n) &lt;= n </a:t>
            </a:r>
          </a:p>
          <a:p>
            <a:pPr marL="0" indent="0" fontAlgn="auto">
              <a:buNone/>
            </a:pPr>
            <a:r>
              <a:rPr lang="en-US" dirty="0"/>
              <a:t>n</a:t>
            </a:r>
            <a:r>
              <a:rPr lang="en-US" baseline="30000" dirty="0"/>
              <a:t>2 </a:t>
            </a:r>
            <a:r>
              <a:rPr lang="en-US" dirty="0"/>
              <a:t>&gt;= 16K </a:t>
            </a:r>
          </a:p>
          <a:p>
            <a:pPr marL="0" indent="0" fontAlgn="auto">
              <a:buNone/>
            </a:pPr>
            <a:r>
              <a:rPr lang="en-US" dirty="0"/>
              <a:t>n</a:t>
            </a:r>
            <a:r>
              <a:rPr lang="en-US" baseline="30000" dirty="0"/>
              <a:t>2 </a:t>
            </a:r>
            <a:r>
              <a:rPr lang="en-US" dirty="0"/>
              <a:t>&gt;= 2</a:t>
            </a:r>
            <a:r>
              <a:rPr lang="en-US" baseline="30000" dirty="0"/>
              <a:t>14</a:t>
            </a:r>
            <a:r>
              <a:rPr lang="en-US" dirty="0"/>
              <a:t> </a:t>
            </a:r>
          </a:p>
          <a:p>
            <a:pPr marL="0" indent="0" fontAlgn="auto">
              <a:buNone/>
            </a:pPr>
            <a:r>
              <a:rPr lang="en-US" dirty="0"/>
              <a:t>n &gt;= 2</a:t>
            </a:r>
            <a:r>
              <a:rPr lang="en-US" baseline="30000" dirty="0"/>
              <a:t>7</a:t>
            </a:r>
            <a:r>
              <a:rPr lang="en-US" dirty="0"/>
              <a:t> </a:t>
            </a:r>
          </a:p>
          <a:p>
            <a:pPr marL="0" indent="0" fontAlgn="auto">
              <a:buNone/>
            </a:pPr>
            <a:r>
              <a:rPr lang="en-US" dirty="0"/>
              <a:t>Thus, minimum page size possible = 2</a:t>
            </a:r>
            <a:r>
              <a:rPr lang="en-US" baseline="30000" dirty="0"/>
              <a:t>7 </a:t>
            </a:r>
            <a:r>
              <a:rPr lang="en-US" dirty="0"/>
              <a:t>bytes = 128 bytes.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925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9A247-D9FA-B1A9-0EFA-55D6F3363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45544-4CAA-FFD0-4C60-136391C01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56" y="1825625"/>
            <a:ext cx="11949544" cy="4351338"/>
          </a:xfrm>
        </p:spPr>
        <p:txBody>
          <a:bodyPr>
            <a:normAutofit fontScale="85000" lnSpcReduction="20000"/>
          </a:bodyPr>
          <a:lstStyle/>
          <a:p>
            <a:pPr marL="0" indent="0" fontAlgn="auto">
              <a:buNone/>
            </a:pPr>
            <a:r>
              <a:rPr lang="en-US" b="1" dirty="0"/>
              <a:t>Number of Bits Required For Segment Number- </a:t>
            </a:r>
          </a:p>
          <a:p>
            <a:pPr marL="0" indent="0" fontAlgn="auto">
              <a:buNone/>
            </a:pPr>
            <a:r>
              <a:rPr lang="en-US" dirty="0"/>
              <a:t>Number of segments = 8 = 2</a:t>
            </a:r>
            <a:r>
              <a:rPr lang="en-US" baseline="30000" dirty="0"/>
              <a:t>3</a:t>
            </a:r>
            <a:r>
              <a:rPr lang="en-US" dirty="0"/>
              <a:t> </a:t>
            </a:r>
          </a:p>
          <a:p>
            <a:pPr marL="0" indent="0" fontAlgn="auto">
              <a:buNone/>
            </a:pPr>
            <a:r>
              <a:rPr lang="en-US" dirty="0"/>
              <a:t>Thus, Number of bits required to identify a particular segment in segment table = 3 bits. </a:t>
            </a:r>
          </a:p>
          <a:p>
            <a:pPr marL="0" indent="0" fontAlgn="auto">
              <a:buNone/>
            </a:pPr>
            <a:r>
              <a:rPr lang="en-US" b="1" dirty="0"/>
              <a:t>Number of Bits Required For Page Number- </a:t>
            </a:r>
          </a:p>
          <a:p>
            <a:pPr marL="0" indent="0" fontAlgn="auto">
              <a:buNone/>
            </a:pPr>
            <a:r>
              <a:rPr lang="en-US" dirty="0"/>
              <a:t>Number of pages in a segment = Segment size / Page size =  8KB / 128 bytes</a:t>
            </a:r>
          </a:p>
          <a:p>
            <a:pPr marL="0" indent="0" fontAlgn="auto">
              <a:buNone/>
            </a:pPr>
            <a:r>
              <a:rPr lang="en-US" dirty="0"/>
              <a:t> = 2</a:t>
            </a:r>
            <a:r>
              <a:rPr lang="en-US" baseline="30000" dirty="0"/>
              <a:t>13</a:t>
            </a:r>
            <a:r>
              <a:rPr lang="en-US" dirty="0"/>
              <a:t> bytes / 2</a:t>
            </a:r>
            <a:r>
              <a:rPr lang="en-US" baseline="30000" dirty="0"/>
              <a:t>7</a:t>
            </a:r>
            <a:r>
              <a:rPr lang="en-US" dirty="0"/>
              <a:t> bytes = 2</a:t>
            </a:r>
            <a:r>
              <a:rPr lang="en-US" baseline="30000" dirty="0"/>
              <a:t>6</a:t>
            </a:r>
            <a:r>
              <a:rPr lang="en-US" dirty="0"/>
              <a:t> pages </a:t>
            </a:r>
          </a:p>
          <a:p>
            <a:pPr marL="0" indent="0" fontAlgn="auto">
              <a:buNone/>
            </a:pPr>
            <a:r>
              <a:rPr lang="en-US" dirty="0"/>
              <a:t>Thus, Number of bits required to identify a particular page in table = 6 bits. </a:t>
            </a:r>
          </a:p>
          <a:p>
            <a:pPr marL="0" indent="0" fontAlgn="auto">
              <a:buNone/>
            </a:pPr>
            <a:r>
              <a:rPr lang="en-US" b="1" dirty="0"/>
              <a:t>Number of Bits Required For Page Offset- </a:t>
            </a:r>
          </a:p>
          <a:p>
            <a:pPr marL="0" indent="0" fontAlgn="auto">
              <a:buNone/>
            </a:pPr>
            <a:r>
              <a:rPr lang="en-US" dirty="0"/>
              <a:t>Page size = 128 bytes = 2</a:t>
            </a:r>
            <a:r>
              <a:rPr lang="en-US" baseline="30000" dirty="0"/>
              <a:t>7</a:t>
            </a:r>
            <a:r>
              <a:rPr lang="en-US" dirty="0"/>
              <a:t> bytes </a:t>
            </a:r>
          </a:p>
          <a:p>
            <a:pPr marL="0" indent="0" fontAlgn="auto">
              <a:buNone/>
            </a:pPr>
            <a:r>
              <a:rPr lang="en-US" dirty="0"/>
              <a:t>Thus, Number of bits required for page offset = 7 bits. </a:t>
            </a:r>
          </a:p>
          <a:p>
            <a:pPr marL="0" indent="0" fontAlgn="auto">
              <a:buNone/>
            </a:pPr>
            <a:r>
              <a:rPr lang="en-US" dirty="0"/>
              <a:t>Thus, virtual address is divided as-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658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DBB2-7E0C-5D46-7F9A-3D83A08B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2A534-B38E-02DD-2D0A-40880D56C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EE0B2C-455E-9605-6D4B-B71B6BC9A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499" y="2094067"/>
            <a:ext cx="6341177" cy="307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87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126D0-7BBC-3FEB-01E1-EFCB2E548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3" y="157307"/>
            <a:ext cx="10515600" cy="1325563"/>
          </a:xfrm>
        </p:spPr>
        <p:txBody>
          <a:bodyPr/>
          <a:lstStyle/>
          <a:p>
            <a:r>
              <a:rPr lang="en-US" dirty="0" err="1"/>
              <a:t>MultiLevel</a:t>
            </a:r>
            <a:r>
              <a:rPr lang="en-US" dirty="0"/>
              <a:t> Paging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9798F-EE48-36BE-B0BB-A78B1E0FA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555" y="1153391"/>
            <a:ext cx="11617036" cy="5339484"/>
          </a:xfrm>
        </p:spPr>
        <p:txBody>
          <a:bodyPr>
            <a:normAutofit fontScale="40000" lnSpcReduction="20000"/>
          </a:bodyPr>
          <a:lstStyle/>
          <a:p>
            <a:pPr marL="0" indent="0" fontAlgn="base">
              <a:buNone/>
            </a:pPr>
            <a:r>
              <a:rPr lang="en-US" sz="4500" b="1" u="sng" dirty="0"/>
              <a:t>Need –</a:t>
            </a:r>
            <a:endParaRPr lang="en-US" sz="4500" b="1" dirty="0"/>
          </a:p>
          <a:p>
            <a:pPr marL="0" indent="0" fontAlgn="base">
              <a:buNone/>
            </a:pPr>
            <a:r>
              <a:rPr lang="en-US" sz="4500" dirty="0"/>
              <a:t> </a:t>
            </a:r>
          </a:p>
          <a:p>
            <a:pPr fontAlgn="base"/>
            <a:r>
              <a:rPr lang="en-US" sz="4500" dirty="0"/>
              <a:t>The need for multilevel paging arises when-</a:t>
            </a:r>
          </a:p>
          <a:p>
            <a:pPr fontAlgn="base"/>
            <a:r>
              <a:rPr lang="en-US" sz="4500" dirty="0"/>
              <a:t>The size of page table is greater than the frame size.</a:t>
            </a:r>
          </a:p>
          <a:p>
            <a:pPr fontAlgn="base"/>
            <a:r>
              <a:rPr lang="en-US" sz="4500" dirty="0"/>
              <a:t>As a result, the page table can not be stored in a single frame in main memory.</a:t>
            </a:r>
          </a:p>
          <a:p>
            <a:pPr marL="0" indent="0" fontAlgn="base">
              <a:buNone/>
            </a:pPr>
            <a:r>
              <a:rPr lang="en-US" sz="4500" dirty="0"/>
              <a:t> </a:t>
            </a:r>
          </a:p>
          <a:p>
            <a:pPr marL="0" indent="0" fontAlgn="base">
              <a:buNone/>
            </a:pPr>
            <a:r>
              <a:rPr lang="en-US" sz="4500" b="1" u="sng" dirty="0"/>
              <a:t>Working-</a:t>
            </a:r>
            <a:endParaRPr lang="en-US" sz="4500" b="1" dirty="0"/>
          </a:p>
          <a:p>
            <a:pPr marL="0" indent="0" fontAlgn="base">
              <a:buNone/>
            </a:pPr>
            <a:r>
              <a:rPr lang="en-US" sz="4500" dirty="0"/>
              <a:t> </a:t>
            </a:r>
          </a:p>
          <a:p>
            <a:pPr marL="0" indent="0" fontAlgn="base">
              <a:buNone/>
            </a:pPr>
            <a:r>
              <a:rPr lang="en-US" sz="4500" dirty="0"/>
              <a:t>In multilevel paging,</a:t>
            </a:r>
          </a:p>
          <a:p>
            <a:pPr fontAlgn="base"/>
            <a:r>
              <a:rPr lang="en-US" sz="4500" dirty="0"/>
              <a:t>The page table having size greater than the frame size is divided into several parts.</a:t>
            </a:r>
          </a:p>
          <a:p>
            <a:pPr fontAlgn="base"/>
            <a:r>
              <a:rPr lang="en-US" sz="4500" dirty="0"/>
              <a:t>The size of each part is same as frame size except possibly the last part.</a:t>
            </a:r>
          </a:p>
          <a:p>
            <a:pPr fontAlgn="base"/>
            <a:r>
              <a:rPr lang="en-US" sz="4500" dirty="0"/>
              <a:t>The pages of page table are then stored in different frames of the main memory.</a:t>
            </a:r>
          </a:p>
          <a:p>
            <a:pPr fontAlgn="base"/>
            <a:r>
              <a:rPr lang="en-US" sz="4500" dirty="0"/>
              <a:t>To keep track of the frames storing the pages of the divided page table, another page table is maintained.</a:t>
            </a:r>
          </a:p>
          <a:p>
            <a:pPr fontAlgn="base"/>
            <a:r>
              <a:rPr lang="en-US" sz="4500" dirty="0"/>
              <a:t>As a result, the hierarchy of page tables get generated.</a:t>
            </a:r>
          </a:p>
          <a:p>
            <a:pPr fontAlgn="base"/>
            <a:r>
              <a:rPr lang="en-US" sz="4500" dirty="0"/>
              <a:t>Multilevel paging is done till the level is reached where the entire page table can be stored in a single frame.</a:t>
            </a:r>
          </a:p>
          <a:p>
            <a:pPr marL="0" indent="0" fontAlgn="base">
              <a:buNone/>
            </a:pPr>
            <a:r>
              <a:rPr lang="en-US" sz="4500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583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07CE7-33DC-2645-BC93-7EE6AE768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58350-E40C-A962-B370-6B51C08A5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545" y="1690688"/>
            <a:ext cx="11672455" cy="4897147"/>
          </a:xfrm>
        </p:spPr>
        <p:txBody>
          <a:bodyPr>
            <a:normAutofit fontScale="55000" lnSpcReduction="20000"/>
          </a:bodyPr>
          <a:lstStyle/>
          <a:p>
            <a:pPr marL="0" indent="0" fontAlgn="base">
              <a:buNone/>
            </a:pPr>
            <a:r>
              <a:rPr lang="en-US" b="1" u="sng" dirty="0"/>
              <a:t>Illustration of Multilevel Paging-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Consider a system using paging scheme where-</a:t>
            </a:r>
          </a:p>
          <a:p>
            <a:pPr marL="0" indent="0" fontAlgn="base">
              <a:buNone/>
            </a:pPr>
            <a:r>
              <a:rPr lang="en-US" dirty="0"/>
              <a:t>Logical Address Space = 4 GB</a:t>
            </a:r>
          </a:p>
          <a:p>
            <a:pPr marL="0" indent="0" fontAlgn="base">
              <a:buNone/>
            </a:pPr>
            <a:r>
              <a:rPr lang="en-US" dirty="0"/>
              <a:t>Physical Address Space = 16 TB</a:t>
            </a:r>
          </a:p>
          <a:p>
            <a:pPr marL="0" indent="0" fontAlgn="base">
              <a:buNone/>
            </a:pPr>
            <a:r>
              <a:rPr lang="en-US" dirty="0"/>
              <a:t>Page size = 4 KB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Now, let us find how many levels of page table will be required.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Number of Bits in Physical Address-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Size of main memory</a:t>
            </a:r>
          </a:p>
          <a:p>
            <a:pPr marL="0" indent="0" fontAlgn="base">
              <a:buNone/>
            </a:pPr>
            <a:r>
              <a:rPr lang="en-US" dirty="0"/>
              <a:t>= Physical Address Space</a:t>
            </a:r>
          </a:p>
          <a:p>
            <a:pPr marL="0" indent="0" fontAlgn="base">
              <a:buNone/>
            </a:pPr>
            <a:r>
              <a:rPr lang="en-US" dirty="0"/>
              <a:t>= 16 TB</a:t>
            </a:r>
          </a:p>
          <a:p>
            <a:pPr marL="0" indent="0" fontAlgn="base">
              <a:buNone/>
            </a:pPr>
            <a:r>
              <a:rPr lang="en-US" dirty="0"/>
              <a:t>= 2</a:t>
            </a:r>
            <a:r>
              <a:rPr lang="en-US" baseline="30000" dirty="0"/>
              <a:t>44</a:t>
            </a:r>
            <a:r>
              <a:rPr lang="en-US" dirty="0"/>
              <a:t> B</a:t>
            </a:r>
          </a:p>
          <a:p>
            <a:pPr marL="0" indent="0" fontAlgn="base">
              <a:buNone/>
            </a:pPr>
            <a:r>
              <a:rPr lang="en-US" dirty="0"/>
              <a:t>Thus, Number of bits in physical address = 44 bits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612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B23FE-7295-5913-17E3-F67F8F10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7E121-780A-8A62-968B-444A2EA65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155" y="1361209"/>
            <a:ext cx="11554690" cy="5330536"/>
          </a:xfrm>
        </p:spPr>
        <p:txBody>
          <a:bodyPr>
            <a:normAutofit fontScale="62500" lnSpcReduction="20000"/>
          </a:bodyPr>
          <a:lstStyle/>
          <a:p>
            <a:pPr marL="0" indent="0" fontAlgn="base">
              <a:buNone/>
            </a:pPr>
            <a:r>
              <a:rPr lang="en-US" b="1" u="sng" dirty="0"/>
              <a:t>Number of Frames in Main Memory-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Number of frames in main memory</a:t>
            </a:r>
          </a:p>
          <a:p>
            <a:pPr marL="0" indent="0" fontAlgn="base">
              <a:buNone/>
            </a:pPr>
            <a:r>
              <a:rPr lang="en-US" dirty="0"/>
              <a:t>= Size of main memory / Frame size</a:t>
            </a:r>
          </a:p>
          <a:p>
            <a:pPr marL="0" indent="0" fontAlgn="base">
              <a:buNone/>
            </a:pPr>
            <a:r>
              <a:rPr lang="en-US" dirty="0"/>
              <a:t>= 16 TB / 4 KB</a:t>
            </a:r>
          </a:p>
          <a:p>
            <a:pPr marL="0" indent="0" fontAlgn="base">
              <a:buNone/>
            </a:pPr>
            <a:r>
              <a:rPr lang="en-US" dirty="0"/>
              <a:t>= 2</a:t>
            </a:r>
            <a:r>
              <a:rPr lang="en-US" baseline="30000" dirty="0"/>
              <a:t>32</a:t>
            </a:r>
            <a:r>
              <a:rPr lang="en-US" dirty="0"/>
              <a:t> frames</a:t>
            </a:r>
          </a:p>
          <a:p>
            <a:pPr marL="0" indent="0" fontAlgn="base">
              <a:buNone/>
            </a:pPr>
            <a:r>
              <a:rPr lang="en-US" dirty="0"/>
              <a:t>Thus, Number of bits in frame number = 32 bits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Number of Bits in Page Offset-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We have,</a:t>
            </a:r>
          </a:p>
          <a:p>
            <a:pPr marL="0" indent="0" fontAlgn="base">
              <a:buNone/>
            </a:pPr>
            <a:r>
              <a:rPr lang="en-US" dirty="0"/>
              <a:t>Page size</a:t>
            </a:r>
          </a:p>
          <a:p>
            <a:pPr marL="0" indent="0" fontAlgn="base">
              <a:buNone/>
            </a:pPr>
            <a:r>
              <a:rPr lang="en-US" dirty="0"/>
              <a:t>= 4 KB</a:t>
            </a:r>
          </a:p>
          <a:p>
            <a:pPr marL="0" indent="0" fontAlgn="base">
              <a:buNone/>
            </a:pPr>
            <a:r>
              <a:rPr lang="en-US" dirty="0"/>
              <a:t>= 2</a:t>
            </a:r>
            <a:r>
              <a:rPr lang="en-US" baseline="30000" dirty="0"/>
              <a:t>12</a:t>
            </a:r>
            <a:r>
              <a:rPr lang="en-US" dirty="0"/>
              <a:t> B</a:t>
            </a:r>
          </a:p>
          <a:p>
            <a:pPr marL="0" indent="0" fontAlgn="base">
              <a:buNone/>
            </a:pPr>
            <a:r>
              <a:rPr lang="en-US" dirty="0"/>
              <a:t>Thus, Number of bits in page offset = 12 bits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924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52706-CFB4-14EB-D3B7-9824E1117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endParaRPr lang="en-US" sz="480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F2438-2165-7FDD-5A54-F1E199EA0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 fontAlgn="base">
              <a:buNone/>
            </a:pPr>
            <a:r>
              <a:rPr lang="en-US" sz="2000" b="1"/>
              <a:t>Alternatively</a:t>
            </a:r>
            <a:r>
              <a:rPr lang="en-US" sz="2000"/>
              <a:t>,</a:t>
            </a:r>
          </a:p>
          <a:p>
            <a:pPr marL="0" indent="0" fontAlgn="base">
              <a:buNone/>
            </a:pPr>
            <a:r>
              <a:rPr lang="en-US" sz="2000"/>
              <a:t>Number of bits in page offset</a:t>
            </a:r>
          </a:p>
          <a:p>
            <a:pPr marL="0" indent="0" fontAlgn="base">
              <a:buNone/>
            </a:pPr>
            <a:r>
              <a:rPr lang="en-US" sz="2000"/>
              <a:t>= Number of bits in physical address – Number of bits in frame number</a:t>
            </a:r>
          </a:p>
          <a:p>
            <a:pPr marL="0" indent="0" fontAlgn="base">
              <a:buNone/>
            </a:pPr>
            <a:r>
              <a:rPr lang="en-US" sz="2000"/>
              <a:t>= 44 bits – 32 bits</a:t>
            </a:r>
          </a:p>
          <a:p>
            <a:pPr marL="0" indent="0" fontAlgn="base">
              <a:buNone/>
            </a:pPr>
            <a:r>
              <a:rPr lang="en-US" sz="2000"/>
              <a:t>= 12 bits</a:t>
            </a:r>
          </a:p>
          <a:p>
            <a:pPr marL="0" indent="0" fontAlgn="base">
              <a:buNone/>
            </a:pPr>
            <a:r>
              <a:rPr lang="en-US" sz="2000"/>
              <a:t> </a:t>
            </a:r>
          </a:p>
          <a:p>
            <a:pPr marL="0" indent="0" fontAlgn="base">
              <a:buNone/>
            </a:pPr>
            <a:r>
              <a:rPr lang="en-US" sz="2000"/>
              <a:t>So, Physical address is-</a:t>
            </a:r>
          </a:p>
          <a:p>
            <a:pPr marL="0" indent="0" fontAlgn="base">
              <a:buNone/>
            </a:pPr>
            <a:endParaRPr lang="en-US" sz="2000"/>
          </a:p>
          <a:p>
            <a:endParaRPr lang="en-US" sz="20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FA8BF3-EC88-833B-74CF-92C86D965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946151"/>
            <a:ext cx="5150277" cy="279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06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EEFAC-9B93-4F51-9D09-458CD2FE2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2EE22-AF35-B290-8DFE-E0989F7C3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545" y="1298864"/>
            <a:ext cx="10834255" cy="4878099"/>
          </a:xfrm>
        </p:spPr>
        <p:txBody>
          <a:bodyPr>
            <a:normAutofit fontScale="55000" lnSpcReduction="20000"/>
          </a:bodyPr>
          <a:lstStyle/>
          <a:p>
            <a:pPr marL="0" indent="0" fontAlgn="base">
              <a:buNone/>
            </a:pPr>
            <a:r>
              <a:rPr lang="en-US" b="1" u="sng" dirty="0"/>
              <a:t>Number of Pages of Process-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Number of pages the process is divided</a:t>
            </a:r>
          </a:p>
          <a:p>
            <a:pPr marL="0" indent="0" fontAlgn="base">
              <a:buNone/>
            </a:pPr>
            <a:r>
              <a:rPr lang="en-US" dirty="0"/>
              <a:t>= Process size / Page size</a:t>
            </a:r>
          </a:p>
          <a:p>
            <a:pPr marL="0" indent="0" fontAlgn="base">
              <a:buNone/>
            </a:pPr>
            <a:r>
              <a:rPr lang="en-US" dirty="0"/>
              <a:t>= 4 GB / 4 KB</a:t>
            </a:r>
          </a:p>
          <a:p>
            <a:pPr marL="0" indent="0" fontAlgn="base">
              <a:buNone/>
            </a:pPr>
            <a:r>
              <a:rPr lang="en-US" dirty="0"/>
              <a:t>= 2</a:t>
            </a:r>
            <a:r>
              <a:rPr lang="en-US" baseline="30000" dirty="0"/>
              <a:t>20</a:t>
            </a:r>
            <a:r>
              <a:rPr lang="en-US" dirty="0"/>
              <a:t> pages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Inner Page Table Size-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Inner page table keeps track of the frames storing the pages of process.</a:t>
            </a:r>
          </a:p>
          <a:p>
            <a:pPr marL="0" indent="0" fontAlgn="base">
              <a:buNone/>
            </a:pPr>
            <a:r>
              <a:rPr lang="en-US" dirty="0"/>
              <a:t>Inner Page table size</a:t>
            </a:r>
          </a:p>
          <a:p>
            <a:pPr marL="0" indent="0" fontAlgn="base">
              <a:buNone/>
            </a:pPr>
            <a:r>
              <a:rPr lang="en-US" dirty="0"/>
              <a:t>= Number of entries in inner page table x Page table entry size</a:t>
            </a:r>
          </a:p>
          <a:p>
            <a:pPr marL="0" indent="0" fontAlgn="base">
              <a:buNone/>
            </a:pPr>
            <a:r>
              <a:rPr lang="en-US" dirty="0"/>
              <a:t>= Number of pages the process is divided x Number of bits in frame number</a:t>
            </a:r>
          </a:p>
          <a:p>
            <a:pPr marL="0" indent="0" fontAlgn="base">
              <a:buNone/>
            </a:pPr>
            <a:r>
              <a:rPr lang="en-US" dirty="0"/>
              <a:t>= 2</a:t>
            </a:r>
            <a:r>
              <a:rPr lang="en-US" baseline="30000" dirty="0"/>
              <a:t>20</a:t>
            </a:r>
            <a:r>
              <a:rPr lang="en-US" dirty="0"/>
              <a:t> x 32 bits</a:t>
            </a:r>
          </a:p>
          <a:p>
            <a:pPr marL="0" indent="0" fontAlgn="base">
              <a:buNone/>
            </a:pPr>
            <a:r>
              <a:rPr lang="en-US" dirty="0"/>
              <a:t>= 2</a:t>
            </a:r>
            <a:r>
              <a:rPr lang="en-US" baseline="30000" dirty="0"/>
              <a:t>20</a:t>
            </a:r>
            <a:r>
              <a:rPr lang="en-US" dirty="0"/>
              <a:t> x 4 bytes</a:t>
            </a:r>
          </a:p>
          <a:p>
            <a:pPr marL="0" indent="0" fontAlgn="base">
              <a:buNone/>
            </a:pPr>
            <a:r>
              <a:rPr lang="en-US" dirty="0"/>
              <a:t>= 4 MB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019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BA3F2-33FC-834B-FE2A-001332893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CB436-1797-D508-1FB6-D37D997F3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49000" cy="4762211"/>
          </a:xfrm>
        </p:spPr>
        <p:txBody>
          <a:bodyPr>
            <a:normAutofit fontScale="70000" lnSpcReduction="20000"/>
          </a:bodyPr>
          <a:lstStyle/>
          <a:p>
            <a:pPr marL="0" indent="0" fontAlgn="base">
              <a:buNone/>
            </a:pPr>
            <a:r>
              <a:rPr lang="en-US" dirty="0"/>
              <a:t>Now, we can observe-</a:t>
            </a:r>
          </a:p>
          <a:p>
            <a:pPr marL="0" indent="0" fontAlgn="base">
              <a:buNone/>
            </a:pPr>
            <a:r>
              <a:rPr lang="en-US" dirty="0"/>
              <a:t>The size of inner page table is greater than the frame size (4 KB).</a:t>
            </a:r>
          </a:p>
          <a:p>
            <a:pPr marL="0" indent="0" fontAlgn="base">
              <a:buNone/>
            </a:pPr>
            <a:r>
              <a:rPr lang="en-US" dirty="0"/>
              <a:t>Thus, inner page table can not be stored in a single frame.</a:t>
            </a:r>
          </a:p>
          <a:p>
            <a:pPr marL="0" indent="0" fontAlgn="base">
              <a:buNone/>
            </a:pPr>
            <a:r>
              <a:rPr lang="en-US" dirty="0"/>
              <a:t>So, inner page table has to be divided into pages.</a:t>
            </a:r>
          </a:p>
          <a:p>
            <a:pPr marL="0" indent="0" fontAlgn="base">
              <a:buNone/>
            </a:pPr>
            <a:endParaRPr lang="en-US" b="1" u="sng" dirty="0"/>
          </a:p>
          <a:p>
            <a:pPr marL="0" indent="0" fontAlgn="base">
              <a:buNone/>
            </a:pPr>
            <a:r>
              <a:rPr lang="en-US" b="1" u="sng" dirty="0"/>
              <a:t>Number of Pages of Inner Page Table-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Number of pages the inner page table is divided</a:t>
            </a:r>
          </a:p>
          <a:p>
            <a:pPr marL="0" indent="0" fontAlgn="base">
              <a:buNone/>
            </a:pPr>
            <a:r>
              <a:rPr lang="en-US" dirty="0"/>
              <a:t>= Inner page table size / Page size</a:t>
            </a:r>
          </a:p>
          <a:p>
            <a:pPr marL="0" indent="0" fontAlgn="base">
              <a:buNone/>
            </a:pPr>
            <a:r>
              <a:rPr lang="en-US" dirty="0"/>
              <a:t>= 4 MB / 4 KB</a:t>
            </a:r>
          </a:p>
          <a:p>
            <a:pPr marL="0" indent="0" fontAlgn="base">
              <a:buNone/>
            </a:pPr>
            <a:r>
              <a:rPr lang="en-US" dirty="0"/>
              <a:t>= 2</a:t>
            </a:r>
            <a:r>
              <a:rPr lang="en-US" baseline="30000" dirty="0"/>
              <a:t>10</a:t>
            </a:r>
            <a:r>
              <a:rPr lang="en-US" dirty="0"/>
              <a:t> pages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Now, these 2</a:t>
            </a:r>
            <a:r>
              <a:rPr lang="en-US" baseline="30000" dirty="0"/>
              <a:t>10</a:t>
            </a:r>
            <a:r>
              <a:rPr lang="en-US" dirty="0"/>
              <a:t> pages of inner page table are stored in different frames of the main memory.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83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215EB-2342-55C9-94F0-B6CFC7A8A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ED3F4-C3BB-6E57-FD2C-E35D091D0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1465118"/>
            <a:ext cx="10771909" cy="4711845"/>
          </a:xfrm>
        </p:spPr>
        <p:txBody>
          <a:bodyPr>
            <a:normAutofit fontScale="62500" lnSpcReduction="20000"/>
          </a:bodyPr>
          <a:lstStyle/>
          <a:p>
            <a:pPr marL="0" indent="0" fontAlgn="base">
              <a:buNone/>
            </a:pPr>
            <a:r>
              <a:rPr lang="en-US" b="1" u="sng" dirty="0"/>
              <a:t>Number of Page Table Entries in One Page of Inner Page Table-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Number of page table entries in one page of inner page table</a:t>
            </a:r>
          </a:p>
          <a:p>
            <a:pPr marL="0" indent="0" fontAlgn="base">
              <a:buNone/>
            </a:pPr>
            <a:r>
              <a:rPr lang="en-US" dirty="0"/>
              <a:t>= Page size / Page table entry size</a:t>
            </a:r>
          </a:p>
          <a:p>
            <a:pPr marL="0" indent="0" fontAlgn="base">
              <a:buNone/>
            </a:pPr>
            <a:r>
              <a:rPr lang="en-US" dirty="0"/>
              <a:t>= Page size / Number of bits in frame number</a:t>
            </a:r>
          </a:p>
          <a:p>
            <a:pPr marL="0" indent="0" fontAlgn="base">
              <a:buNone/>
            </a:pPr>
            <a:r>
              <a:rPr lang="en-US" dirty="0"/>
              <a:t>= 4 KB / 32 bits</a:t>
            </a:r>
          </a:p>
          <a:p>
            <a:pPr marL="0" indent="0" fontAlgn="base">
              <a:buNone/>
            </a:pPr>
            <a:r>
              <a:rPr lang="en-US" dirty="0"/>
              <a:t>= 4 KB / 4 B</a:t>
            </a:r>
          </a:p>
          <a:p>
            <a:pPr marL="0" indent="0" fontAlgn="base">
              <a:buNone/>
            </a:pPr>
            <a:r>
              <a:rPr lang="en-US" dirty="0"/>
              <a:t>= 2</a:t>
            </a:r>
            <a:r>
              <a:rPr lang="en-US" baseline="30000" dirty="0"/>
              <a:t>10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Number of Bits Required to Search an Entry in One Page of Inner Page Table-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One page of inner page table contains 2</a:t>
            </a:r>
            <a:r>
              <a:rPr lang="en-US" baseline="30000" dirty="0"/>
              <a:t>10</a:t>
            </a:r>
            <a:r>
              <a:rPr lang="en-US" dirty="0"/>
              <a:t> entries.</a:t>
            </a:r>
          </a:p>
          <a:p>
            <a:pPr marL="0" indent="0" fontAlgn="base">
              <a:buNone/>
            </a:pPr>
            <a:r>
              <a:rPr lang="en-US" dirty="0"/>
              <a:t>Thus,</a:t>
            </a:r>
          </a:p>
          <a:p>
            <a:pPr marL="0" indent="0" fontAlgn="base">
              <a:buNone/>
            </a:pPr>
            <a:r>
              <a:rPr lang="en-US" dirty="0"/>
              <a:t>Number of bits required to search a particular entry in one page of inner page table = 10 bits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210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1516A-9648-26E4-A33E-72E7072DA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78F9F-48F8-6C4E-D1DA-68B6249F0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43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98A6D-3D4B-FE4D-B79E-1B534AFE1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C4F92-9C46-7FDA-8A22-1DA8C4563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fontAlgn="base">
              <a:buNone/>
            </a:pPr>
            <a:r>
              <a:rPr lang="en-US" b="1" u="sng" dirty="0"/>
              <a:t>Outer Page Table Size-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Outer page table is required to keep track of the frames storing the pages of inner page table.</a:t>
            </a:r>
          </a:p>
          <a:p>
            <a:pPr marL="0" indent="0" fontAlgn="base">
              <a:buNone/>
            </a:pPr>
            <a:r>
              <a:rPr lang="en-US" dirty="0"/>
              <a:t>Outer Page table size</a:t>
            </a:r>
          </a:p>
          <a:p>
            <a:pPr marL="0" indent="0" fontAlgn="base">
              <a:buNone/>
            </a:pPr>
            <a:r>
              <a:rPr lang="en-US" dirty="0"/>
              <a:t>= Number of entries in outer page table x Page table entry size</a:t>
            </a:r>
          </a:p>
          <a:p>
            <a:pPr marL="0" indent="0" fontAlgn="base">
              <a:buNone/>
            </a:pPr>
            <a:r>
              <a:rPr lang="en-US" dirty="0"/>
              <a:t>= Number of pages the inner page table is divided x Number of bits in frame number</a:t>
            </a:r>
          </a:p>
          <a:p>
            <a:pPr marL="0" indent="0" fontAlgn="base">
              <a:buNone/>
            </a:pPr>
            <a:r>
              <a:rPr lang="en-US" dirty="0"/>
              <a:t>= 2</a:t>
            </a:r>
            <a:r>
              <a:rPr lang="en-US" baseline="30000" dirty="0"/>
              <a:t>10</a:t>
            </a:r>
            <a:r>
              <a:rPr lang="en-US" dirty="0"/>
              <a:t> x 32 bits</a:t>
            </a:r>
          </a:p>
          <a:p>
            <a:pPr marL="0" indent="0" fontAlgn="base">
              <a:buNone/>
            </a:pPr>
            <a:r>
              <a:rPr lang="en-US" dirty="0"/>
              <a:t>= 2</a:t>
            </a:r>
            <a:r>
              <a:rPr lang="en-US" baseline="30000" dirty="0"/>
              <a:t>10</a:t>
            </a:r>
            <a:r>
              <a:rPr lang="en-US" dirty="0"/>
              <a:t> x 4 bytes</a:t>
            </a:r>
          </a:p>
          <a:p>
            <a:pPr marL="0" indent="0" fontAlgn="base">
              <a:buNone/>
            </a:pPr>
            <a:r>
              <a:rPr lang="en-US" dirty="0"/>
              <a:t>= 4 KB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Now, we can observe-</a:t>
            </a:r>
          </a:p>
          <a:p>
            <a:pPr marL="0" indent="0" fontAlgn="base">
              <a:buNone/>
            </a:pPr>
            <a:r>
              <a:rPr lang="en-US" dirty="0"/>
              <a:t>The size of outer page table is same as frame size (4 KB).</a:t>
            </a:r>
          </a:p>
          <a:p>
            <a:pPr marL="0" indent="0" fontAlgn="base">
              <a:buNone/>
            </a:pPr>
            <a:r>
              <a:rPr lang="en-US" dirty="0"/>
              <a:t>Thus, outer page table can be stored in a single frame.</a:t>
            </a:r>
          </a:p>
          <a:p>
            <a:pPr marL="0" indent="0" fontAlgn="base">
              <a:buNone/>
            </a:pPr>
            <a:r>
              <a:rPr lang="en-US" dirty="0"/>
              <a:t>So, for given system, we will have two levels of page table.</a:t>
            </a:r>
          </a:p>
          <a:p>
            <a:pPr marL="0" indent="0" fontAlgn="base">
              <a:buNone/>
            </a:pPr>
            <a:r>
              <a:rPr lang="en-US" dirty="0"/>
              <a:t>Page Table Base Register (PTBR) will store the base address of the outer page table.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3566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86705-E31E-3D06-3788-B0B4D758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41D2F-BA85-8609-29C5-3822B11E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u="sng" dirty="0"/>
              <a:t>Number of Bits Required to Search an Entry in Outer Page Table-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Outer page table contains 2</a:t>
            </a:r>
            <a:r>
              <a:rPr lang="en-US" baseline="30000" dirty="0"/>
              <a:t>10</a:t>
            </a:r>
            <a:r>
              <a:rPr lang="en-US" dirty="0"/>
              <a:t> entries.</a:t>
            </a:r>
          </a:p>
          <a:p>
            <a:pPr marL="0" indent="0" fontAlgn="base">
              <a:buNone/>
            </a:pPr>
            <a:r>
              <a:rPr lang="en-US" dirty="0"/>
              <a:t>Thus,</a:t>
            </a:r>
          </a:p>
          <a:p>
            <a:pPr marL="0" indent="0" fontAlgn="base">
              <a:buNone/>
            </a:pPr>
            <a:r>
              <a:rPr lang="en-US" dirty="0"/>
              <a:t>Number of bits required to search a particular entry in outer page table = 10 bits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871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2D0847-A65C-95D9-5301-554CC9E25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84521"/>
            <a:ext cx="10905066" cy="528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70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2248</Words>
  <Application>Microsoft Office PowerPoint</Application>
  <PresentationFormat>Widescreen</PresentationFormat>
  <Paragraphs>292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Office Theme</vt:lpstr>
      <vt:lpstr>Paging</vt:lpstr>
      <vt:lpstr>PowerPoint Presentation</vt:lpstr>
      <vt:lpstr>PowerPoint Presentation</vt:lpstr>
      <vt:lpstr>Main Memory </vt:lpstr>
      <vt:lpstr>Process </vt:lpstr>
      <vt:lpstr>Page Table   </vt:lpstr>
      <vt:lpstr>NOTE </vt:lpstr>
      <vt:lpstr>Problem-01 </vt:lpstr>
      <vt:lpstr>Solution </vt:lpstr>
      <vt:lpstr>Problem-02: </vt:lpstr>
      <vt:lpstr>Solution- </vt:lpstr>
      <vt:lpstr>Problem-03: </vt:lpstr>
      <vt:lpstr>Solution-  </vt:lpstr>
      <vt:lpstr>Number of Entries in Page Table </vt:lpstr>
      <vt:lpstr>Page Table Size </vt:lpstr>
      <vt:lpstr>Problem-04: </vt:lpstr>
      <vt:lpstr>Problem 05:</vt:lpstr>
      <vt:lpstr>Solution </vt:lpstr>
      <vt:lpstr>Problem 06:</vt:lpstr>
      <vt:lpstr>Solution </vt:lpstr>
      <vt:lpstr>Segmented Paging Problem</vt:lpstr>
      <vt:lpstr>Solution </vt:lpstr>
      <vt:lpstr>PowerPoint Presentation</vt:lpstr>
      <vt:lpstr>PowerPoint Presentation</vt:lpstr>
      <vt:lpstr>PowerPoint Presentation</vt:lpstr>
      <vt:lpstr>MultiLevel Paging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wasif qureshi</dc:creator>
  <cp:lastModifiedBy>wasif qureshi</cp:lastModifiedBy>
  <cp:revision>15</cp:revision>
  <dcterms:created xsi:type="dcterms:W3CDTF">2025-11-24T09:54:36Z</dcterms:created>
  <dcterms:modified xsi:type="dcterms:W3CDTF">2025-11-28T02:46:41Z</dcterms:modified>
</cp:coreProperties>
</file>